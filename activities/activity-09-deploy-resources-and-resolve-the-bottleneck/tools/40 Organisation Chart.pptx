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8" r:id="rId3"/>
  </p:sldIdLst>
  <p:sldSz cx="9906000" cy="6858000" type="A4"/>
  <p:notesSz cx="6858000" cy="9144000"/>
  <p:defaultTextStyle>
    <a:defPPr>
      <a:defRPr lang="en-US"/>
    </a:defPPr>
    <a:lvl1pPr marL="0" algn="l" defTabSz="804472" rtl="0" eaLnBrk="1" latinLnBrk="0" hangingPunct="1">
      <a:defRPr sz="1584" kern="1200">
        <a:solidFill>
          <a:schemeClr val="tx1"/>
        </a:solidFill>
        <a:latin typeface="+mn-lt"/>
        <a:ea typeface="+mn-ea"/>
        <a:cs typeface="+mn-cs"/>
      </a:defRPr>
    </a:lvl1pPr>
    <a:lvl2pPr marL="402236" algn="l" defTabSz="804472" rtl="0" eaLnBrk="1" latinLnBrk="0" hangingPunct="1">
      <a:defRPr sz="1584" kern="1200">
        <a:solidFill>
          <a:schemeClr val="tx1"/>
        </a:solidFill>
        <a:latin typeface="+mn-lt"/>
        <a:ea typeface="+mn-ea"/>
        <a:cs typeface="+mn-cs"/>
      </a:defRPr>
    </a:lvl2pPr>
    <a:lvl3pPr marL="804472" algn="l" defTabSz="804472" rtl="0" eaLnBrk="1" latinLnBrk="0" hangingPunct="1">
      <a:defRPr sz="1584" kern="1200">
        <a:solidFill>
          <a:schemeClr val="tx1"/>
        </a:solidFill>
        <a:latin typeface="+mn-lt"/>
        <a:ea typeface="+mn-ea"/>
        <a:cs typeface="+mn-cs"/>
      </a:defRPr>
    </a:lvl3pPr>
    <a:lvl4pPr marL="1206708" algn="l" defTabSz="804472" rtl="0" eaLnBrk="1" latinLnBrk="0" hangingPunct="1">
      <a:defRPr sz="1584" kern="1200">
        <a:solidFill>
          <a:schemeClr val="tx1"/>
        </a:solidFill>
        <a:latin typeface="+mn-lt"/>
        <a:ea typeface="+mn-ea"/>
        <a:cs typeface="+mn-cs"/>
      </a:defRPr>
    </a:lvl4pPr>
    <a:lvl5pPr marL="1608944" algn="l" defTabSz="804472" rtl="0" eaLnBrk="1" latinLnBrk="0" hangingPunct="1">
      <a:defRPr sz="1584" kern="1200">
        <a:solidFill>
          <a:schemeClr val="tx1"/>
        </a:solidFill>
        <a:latin typeface="+mn-lt"/>
        <a:ea typeface="+mn-ea"/>
        <a:cs typeface="+mn-cs"/>
      </a:defRPr>
    </a:lvl5pPr>
    <a:lvl6pPr marL="2011180" algn="l" defTabSz="804472" rtl="0" eaLnBrk="1" latinLnBrk="0" hangingPunct="1">
      <a:defRPr sz="1584" kern="1200">
        <a:solidFill>
          <a:schemeClr val="tx1"/>
        </a:solidFill>
        <a:latin typeface="+mn-lt"/>
        <a:ea typeface="+mn-ea"/>
        <a:cs typeface="+mn-cs"/>
      </a:defRPr>
    </a:lvl6pPr>
    <a:lvl7pPr marL="2413416" algn="l" defTabSz="804472" rtl="0" eaLnBrk="1" latinLnBrk="0" hangingPunct="1">
      <a:defRPr sz="1584" kern="1200">
        <a:solidFill>
          <a:schemeClr val="tx1"/>
        </a:solidFill>
        <a:latin typeface="+mn-lt"/>
        <a:ea typeface="+mn-ea"/>
        <a:cs typeface="+mn-cs"/>
      </a:defRPr>
    </a:lvl7pPr>
    <a:lvl8pPr marL="2815653" algn="l" defTabSz="804472" rtl="0" eaLnBrk="1" latinLnBrk="0" hangingPunct="1">
      <a:defRPr sz="1584" kern="1200">
        <a:solidFill>
          <a:schemeClr val="tx1"/>
        </a:solidFill>
        <a:latin typeface="+mn-lt"/>
        <a:ea typeface="+mn-ea"/>
        <a:cs typeface="+mn-cs"/>
      </a:defRPr>
    </a:lvl8pPr>
    <a:lvl9pPr marL="3217888" algn="l" defTabSz="804472" rtl="0" eaLnBrk="1" latinLnBrk="0" hangingPunct="1">
      <a:defRPr sz="158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61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25" autoAdjust="0"/>
    <p:restoredTop sz="94660"/>
  </p:normalViewPr>
  <p:slideViewPr>
    <p:cSldViewPr snapToGrid="0">
      <p:cViewPr>
        <p:scale>
          <a:sx n="100" d="100"/>
          <a:sy n="100" d="100"/>
        </p:scale>
        <p:origin x="187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6239B-682E-4DE7-A1B0-FEA1622DE54E}" type="datetimeFigureOut">
              <a:rPr lang="en-AU" smtClean="0"/>
              <a:t>18/03/2022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719E4-6BA4-4F67-93F1-48429B0CBD7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70270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6239B-682E-4DE7-A1B0-FEA1622DE54E}" type="datetimeFigureOut">
              <a:rPr lang="en-AU" smtClean="0"/>
              <a:t>18/03/2022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719E4-6BA4-4F67-93F1-48429B0CBD7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394507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6239B-682E-4DE7-A1B0-FEA1622DE54E}" type="datetimeFigureOut">
              <a:rPr lang="en-AU" smtClean="0"/>
              <a:t>18/03/2022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719E4-6BA4-4F67-93F1-48429B0CBD7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876976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6239B-682E-4DE7-A1B0-FEA1622DE54E}" type="datetimeFigureOut">
              <a:rPr lang="en-AU" smtClean="0"/>
              <a:t>18/03/2022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719E4-6BA4-4F67-93F1-48429B0CBD7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829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6239B-682E-4DE7-A1B0-FEA1622DE54E}" type="datetimeFigureOut">
              <a:rPr lang="en-AU" smtClean="0"/>
              <a:t>18/03/2022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719E4-6BA4-4F67-93F1-48429B0CBD7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772175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6239B-682E-4DE7-A1B0-FEA1622DE54E}" type="datetimeFigureOut">
              <a:rPr lang="en-AU" smtClean="0"/>
              <a:t>18/03/2022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719E4-6BA4-4F67-93F1-48429B0CBD7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776875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6239B-682E-4DE7-A1B0-FEA1622DE54E}" type="datetimeFigureOut">
              <a:rPr lang="en-AU" smtClean="0"/>
              <a:t>18/03/2022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719E4-6BA4-4F67-93F1-48429B0CBD7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111892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6239B-682E-4DE7-A1B0-FEA1622DE54E}" type="datetimeFigureOut">
              <a:rPr lang="en-AU" smtClean="0"/>
              <a:t>18/03/2022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719E4-6BA4-4F67-93F1-48429B0CBD7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828997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6239B-682E-4DE7-A1B0-FEA1622DE54E}" type="datetimeFigureOut">
              <a:rPr lang="en-AU" smtClean="0"/>
              <a:t>18/03/2022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719E4-6BA4-4F67-93F1-48429B0CBD7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03891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6239B-682E-4DE7-A1B0-FEA1622DE54E}" type="datetimeFigureOut">
              <a:rPr lang="en-AU" smtClean="0"/>
              <a:t>18/03/2022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719E4-6BA4-4F67-93F1-48429B0CBD7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16825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6239B-682E-4DE7-A1B0-FEA1622DE54E}" type="datetimeFigureOut">
              <a:rPr lang="en-AU" smtClean="0"/>
              <a:t>18/03/2022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719E4-6BA4-4F67-93F1-48429B0CBD7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262154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76239B-682E-4DE7-A1B0-FEA1622DE54E}" type="datetimeFigureOut">
              <a:rPr lang="en-AU" smtClean="0"/>
              <a:t>18/03/2022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3719E4-6BA4-4F67-93F1-48429B0CBD7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595870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223171" y="494281"/>
            <a:ext cx="9489789" cy="0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23171" y="112713"/>
            <a:ext cx="4366718" cy="363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759" dirty="0"/>
              <a:t>Project Name: 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4636" y="145235"/>
            <a:ext cx="4169525" cy="363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AU" sz="1759" i="1" dirty="0"/>
              <a:t>Organisational Breakdown Structure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174894" y="5998528"/>
            <a:ext cx="4261059" cy="76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879" b="1" u="sng" dirty="0"/>
              <a:t>Guidelines:</a:t>
            </a:r>
          </a:p>
          <a:p>
            <a:r>
              <a:rPr lang="en-AU" sz="879" dirty="0"/>
              <a:t>To input pictures of your own, right click the picture and select “Change Picture.”</a:t>
            </a:r>
          </a:p>
          <a:p>
            <a:r>
              <a:rPr lang="en-AU" sz="879" dirty="0"/>
              <a:t>Or, add a new picture and select Picture Format &gt; Crop &gt; Crop to shape.</a:t>
            </a:r>
          </a:p>
          <a:p>
            <a:r>
              <a:rPr lang="en-AU" sz="879" dirty="0"/>
              <a:t>Copy a box and its connector by selecting it, then CTRL + C. Press CTRL + V to paste.</a:t>
            </a:r>
          </a:p>
          <a:p>
            <a:r>
              <a:rPr lang="en-AU" sz="879" dirty="0"/>
              <a:t>To increase the canvas size go to: Design &gt; Slide Size &gt; Custom Slide Size.</a:t>
            </a:r>
          </a:p>
        </p:txBody>
      </p:sp>
      <p:grpSp>
        <p:nvGrpSpPr>
          <p:cNvPr id="72" name="Group 71"/>
          <p:cNvGrpSpPr/>
          <p:nvPr/>
        </p:nvGrpSpPr>
        <p:grpSpPr>
          <a:xfrm>
            <a:off x="487910" y="2182675"/>
            <a:ext cx="1574561" cy="507857"/>
            <a:chOff x="1016955" y="2219326"/>
            <a:chExt cx="1791064" cy="577687"/>
          </a:xfrm>
        </p:grpSpPr>
        <p:sp>
          <p:nvSpPr>
            <p:cNvPr id="33" name="Rounded Rectangle 32"/>
            <p:cNvSpPr/>
            <p:nvPr/>
          </p:nvSpPr>
          <p:spPr>
            <a:xfrm>
              <a:off x="1298961" y="2219326"/>
              <a:ext cx="1509058" cy="577687"/>
            </a:xfrm>
            <a:prstGeom prst="roundRect">
              <a:avLst>
                <a:gd name="adj" fmla="val 10902"/>
              </a:avLst>
            </a:prstGeom>
            <a:solidFill>
              <a:schemeClr val="bg1"/>
            </a:solidFill>
            <a:ln w="190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54928" algn="ctr"/>
              <a:r>
                <a:rPr lang="en-AU" sz="1050" b="1" dirty="0">
                  <a:solidFill>
                    <a:schemeClr val="tx1"/>
                  </a:solidFill>
                </a:rPr>
                <a:t>Name</a:t>
              </a:r>
            </a:p>
            <a:p>
              <a:pPr marL="154928" algn="ctr"/>
              <a:r>
                <a:rPr lang="en-AU" sz="1001" dirty="0">
                  <a:solidFill>
                    <a:schemeClr val="tx1"/>
                  </a:solidFill>
                </a:rPr>
                <a:t>Role</a:t>
              </a:r>
            </a:p>
          </p:txBody>
        </p:sp>
        <p:pic>
          <p:nvPicPr>
            <p:cNvPr id="3" name="Picture 2"/>
            <p:cNvPicPr>
              <a:picLocks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016955" y="2239952"/>
              <a:ext cx="540000" cy="540000"/>
            </a:xfrm>
            <a:prstGeom prst="ellipse">
              <a:avLst/>
            </a:prstGeom>
            <a:ln w="25400">
              <a:solidFill>
                <a:schemeClr val="tx2"/>
              </a:solidFill>
            </a:ln>
          </p:spPr>
        </p:pic>
      </p:grpSp>
      <p:cxnSp>
        <p:nvCxnSpPr>
          <p:cNvPr id="16" name="Elbow Connector 15"/>
          <p:cNvCxnSpPr>
            <a:stCxn id="166" idx="2"/>
            <a:endCxn id="33" idx="0"/>
          </p:cNvCxnSpPr>
          <p:nvPr/>
        </p:nvCxnSpPr>
        <p:spPr>
          <a:xfrm rot="5400000">
            <a:off x="2837913" y="-71435"/>
            <a:ext cx="815346" cy="3692874"/>
          </a:xfrm>
          <a:prstGeom prst="bentConnector3">
            <a:avLst>
              <a:gd name="adj1" fmla="val 50000"/>
            </a:avLst>
          </a:prstGeom>
          <a:ln w="12700">
            <a:solidFill>
              <a:schemeClr val="tx2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0" name="Group 69"/>
          <p:cNvGrpSpPr/>
          <p:nvPr/>
        </p:nvGrpSpPr>
        <p:grpSpPr>
          <a:xfrm>
            <a:off x="497435" y="3062432"/>
            <a:ext cx="1566132" cy="507857"/>
            <a:chOff x="1030354" y="3052605"/>
            <a:chExt cx="1781475" cy="577687"/>
          </a:xfrm>
        </p:grpSpPr>
        <p:sp>
          <p:nvSpPr>
            <p:cNvPr id="121" name="Rounded Rectangle 120"/>
            <p:cNvSpPr/>
            <p:nvPr/>
          </p:nvSpPr>
          <p:spPr>
            <a:xfrm>
              <a:off x="1302771" y="3052605"/>
              <a:ext cx="1509058" cy="577687"/>
            </a:xfrm>
            <a:prstGeom prst="roundRect">
              <a:avLst>
                <a:gd name="adj" fmla="val 10902"/>
              </a:avLst>
            </a:prstGeom>
            <a:solidFill>
              <a:schemeClr val="bg1"/>
            </a:solidFill>
            <a:ln w="190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54928" algn="ctr"/>
              <a:r>
                <a:rPr lang="en-AU" sz="1050" b="1" dirty="0">
                  <a:solidFill>
                    <a:schemeClr val="tx1"/>
                  </a:solidFill>
                </a:rPr>
                <a:t>Name</a:t>
              </a:r>
            </a:p>
            <a:p>
              <a:pPr marL="154928" algn="ctr"/>
              <a:r>
                <a:rPr lang="en-AU" sz="1001" dirty="0">
                  <a:solidFill>
                    <a:schemeClr val="tx1"/>
                  </a:solidFill>
                </a:rPr>
                <a:t>Role</a:t>
              </a:r>
            </a:p>
          </p:txBody>
        </p:sp>
        <p:pic>
          <p:nvPicPr>
            <p:cNvPr id="158" name="Picture 157"/>
            <p:cNvPicPr>
              <a:picLocks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030354" y="3069889"/>
              <a:ext cx="540000" cy="540001"/>
            </a:xfrm>
            <a:prstGeom prst="ellipse">
              <a:avLst/>
            </a:prstGeom>
            <a:ln w="25400">
              <a:solidFill>
                <a:schemeClr val="tx2"/>
              </a:solidFill>
            </a:ln>
          </p:spPr>
        </p:pic>
      </p:grpSp>
      <p:grpSp>
        <p:nvGrpSpPr>
          <p:cNvPr id="73" name="Group 72"/>
          <p:cNvGrpSpPr/>
          <p:nvPr/>
        </p:nvGrpSpPr>
        <p:grpSpPr>
          <a:xfrm>
            <a:off x="4190427" y="2169596"/>
            <a:ext cx="1569481" cy="507857"/>
            <a:chOff x="3286321" y="2204525"/>
            <a:chExt cx="1785285" cy="577687"/>
          </a:xfrm>
        </p:grpSpPr>
        <p:sp>
          <p:nvSpPr>
            <p:cNvPr id="160" name="Rounded Rectangle 159"/>
            <p:cNvSpPr/>
            <p:nvPr/>
          </p:nvSpPr>
          <p:spPr>
            <a:xfrm>
              <a:off x="3562548" y="2204525"/>
              <a:ext cx="1509058" cy="577687"/>
            </a:xfrm>
            <a:prstGeom prst="roundRect">
              <a:avLst>
                <a:gd name="adj" fmla="val 10902"/>
              </a:avLst>
            </a:prstGeom>
            <a:solidFill>
              <a:schemeClr val="bg1"/>
            </a:solidFill>
            <a:ln w="190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54928" algn="ctr"/>
              <a:r>
                <a:rPr lang="en-AU" sz="1050" b="1" dirty="0">
                  <a:solidFill>
                    <a:schemeClr val="tx1"/>
                  </a:solidFill>
                </a:rPr>
                <a:t>Name</a:t>
              </a:r>
            </a:p>
            <a:p>
              <a:pPr marL="154928" algn="ctr"/>
              <a:r>
                <a:rPr lang="en-AU" sz="1001" dirty="0">
                  <a:solidFill>
                    <a:schemeClr val="tx1"/>
                  </a:solidFill>
                </a:rPr>
                <a:t>Role</a:t>
              </a:r>
              <a:endParaRPr lang="en-AU" sz="1050" dirty="0">
                <a:solidFill>
                  <a:schemeClr val="tx1"/>
                </a:solidFill>
              </a:endParaRPr>
            </a:p>
          </p:txBody>
        </p:sp>
        <p:pic>
          <p:nvPicPr>
            <p:cNvPr id="161" name="Picture 160"/>
            <p:cNvPicPr>
              <a:picLocks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286321" y="2225151"/>
              <a:ext cx="540000" cy="540001"/>
            </a:xfrm>
            <a:prstGeom prst="ellipse">
              <a:avLst/>
            </a:prstGeom>
            <a:ln w="25400">
              <a:solidFill>
                <a:schemeClr val="tx2"/>
              </a:solidFill>
            </a:ln>
          </p:spPr>
        </p:pic>
      </p:grpSp>
      <p:cxnSp>
        <p:nvCxnSpPr>
          <p:cNvPr id="159" name="Elbow Connector 158"/>
          <p:cNvCxnSpPr>
            <a:stCxn id="166" idx="2"/>
            <a:endCxn id="160" idx="0"/>
          </p:cNvCxnSpPr>
          <p:nvPr/>
        </p:nvCxnSpPr>
        <p:spPr>
          <a:xfrm rot="16200000" flipH="1">
            <a:off x="4693171" y="1766180"/>
            <a:ext cx="802267" cy="4563"/>
          </a:xfrm>
          <a:prstGeom prst="bentConnector3">
            <a:avLst>
              <a:gd name="adj1" fmla="val 50000"/>
            </a:avLst>
          </a:prstGeom>
          <a:ln w="12700">
            <a:solidFill>
              <a:schemeClr val="tx2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urved Connector 60"/>
          <p:cNvCxnSpPr>
            <a:stCxn id="33" idx="2"/>
            <a:endCxn id="121" idx="0"/>
          </p:cNvCxnSpPr>
          <p:nvPr/>
        </p:nvCxnSpPr>
        <p:spPr>
          <a:xfrm rot="16200000" flipH="1">
            <a:off x="1213747" y="2875934"/>
            <a:ext cx="371900" cy="1096"/>
          </a:xfrm>
          <a:prstGeom prst="curvedConnector3">
            <a:avLst>
              <a:gd name="adj1" fmla="val 50000"/>
            </a:avLst>
          </a:prstGeom>
          <a:ln w="12700">
            <a:solidFill>
              <a:schemeClr val="tx2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9" name="Group 78"/>
          <p:cNvGrpSpPr/>
          <p:nvPr/>
        </p:nvGrpSpPr>
        <p:grpSpPr>
          <a:xfrm>
            <a:off x="2222627" y="2184242"/>
            <a:ext cx="1600483" cy="507857"/>
            <a:chOff x="3546697" y="2199029"/>
            <a:chExt cx="1708379" cy="577687"/>
          </a:xfrm>
        </p:grpSpPr>
        <p:sp>
          <p:nvSpPr>
            <p:cNvPr id="162" name="Rounded Rectangle 161"/>
            <p:cNvSpPr/>
            <p:nvPr/>
          </p:nvSpPr>
          <p:spPr>
            <a:xfrm>
              <a:off x="3746018" y="2199029"/>
              <a:ext cx="1509058" cy="577687"/>
            </a:xfrm>
            <a:prstGeom prst="roundRect">
              <a:avLst>
                <a:gd name="adj" fmla="val 10902"/>
              </a:avLst>
            </a:prstGeom>
            <a:solidFill>
              <a:schemeClr val="bg1"/>
            </a:solidFill>
            <a:ln w="190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54928" algn="ctr"/>
              <a:r>
                <a:rPr lang="en-AU" sz="1050" b="1" dirty="0">
                  <a:solidFill>
                    <a:schemeClr val="tx1"/>
                  </a:solidFill>
                </a:rPr>
                <a:t>Name</a:t>
              </a:r>
            </a:p>
            <a:p>
              <a:pPr marL="154928" algn="ctr"/>
              <a:r>
                <a:rPr lang="en-AU" sz="1001" dirty="0">
                  <a:solidFill>
                    <a:schemeClr val="tx1"/>
                  </a:solidFill>
                </a:rPr>
                <a:t>Role</a:t>
              </a:r>
            </a:p>
          </p:txBody>
        </p:sp>
        <p:pic>
          <p:nvPicPr>
            <p:cNvPr id="163" name="Picture 162"/>
            <p:cNvPicPr>
              <a:picLocks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546697" y="2215649"/>
              <a:ext cx="512165" cy="540001"/>
            </a:xfrm>
            <a:prstGeom prst="ellipse">
              <a:avLst/>
            </a:prstGeom>
            <a:ln w="25400">
              <a:solidFill>
                <a:schemeClr val="tx2"/>
              </a:solidFill>
            </a:ln>
          </p:spPr>
        </p:pic>
      </p:grpSp>
      <p:cxnSp>
        <p:nvCxnSpPr>
          <p:cNvPr id="164" name="Elbow Connector 163"/>
          <p:cNvCxnSpPr>
            <a:stCxn id="166" idx="2"/>
            <a:endCxn id="162" idx="0"/>
          </p:cNvCxnSpPr>
          <p:nvPr/>
        </p:nvCxnSpPr>
        <p:spPr>
          <a:xfrm rot="5400000">
            <a:off x="3695673" y="787891"/>
            <a:ext cx="816913" cy="1975788"/>
          </a:xfrm>
          <a:prstGeom prst="bentConnector3">
            <a:avLst>
              <a:gd name="adj1" fmla="val 50000"/>
            </a:avLst>
          </a:prstGeom>
          <a:ln w="12700">
            <a:solidFill>
              <a:schemeClr val="tx2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5" name="Group 164"/>
          <p:cNvGrpSpPr/>
          <p:nvPr/>
        </p:nvGrpSpPr>
        <p:grpSpPr>
          <a:xfrm>
            <a:off x="4180784" y="859472"/>
            <a:ext cx="1574561" cy="507857"/>
            <a:chOff x="1016955" y="2219326"/>
            <a:chExt cx="1791064" cy="577687"/>
          </a:xfrm>
        </p:grpSpPr>
        <p:sp>
          <p:nvSpPr>
            <p:cNvPr id="166" name="Rounded Rectangle 165"/>
            <p:cNvSpPr/>
            <p:nvPr/>
          </p:nvSpPr>
          <p:spPr>
            <a:xfrm>
              <a:off x="1298961" y="2219326"/>
              <a:ext cx="1509058" cy="577687"/>
            </a:xfrm>
            <a:prstGeom prst="roundRect">
              <a:avLst>
                <a:gd name="adj" fmla="val 10902"/>
              </a:avLst>
            </a:prstGeom>
            <a:solidFill>
              <a:schemeClr val="bg1"/>
            </a:solidFill>
            <a:ln w="190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54928" algn="ctr"/>
              <a:r>
                <a:rPr lang="en-AU" sz="1050" b="1" dirty="0">
                  <a:solidFill>
                    <a:schemeClr val="tx1"/>
                  </a:solidFill>
                </a:rPr>
                <a:t>Joe Jones</a:t>
              </a:r>
            </a:p>
            <a:p>
              <a:pPr marL="154928" algn="ctr"/>
              <a:r>
                <a:rPr lang="en-AU" sz="1001" dirty="0">
                  <a:solidFill>
                    <a:schemeClr val="tx1"/>
                  </a:solidFill>
                </a:rPr>
                <a:t>Project Manager</a:t>
              </a:r>
            </a:p>
          </p:txBody>
        </p:sp>
        <p:pic>
          <p:nvPicPr>
            <p:cNvPr id="167" name="Picture 166"/>
            <p:cNvPicPr>
              <a:picLocks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016955" y="2239952"/>
              <a:ext cx="540000" cy="540000"/>
            </a:xfrm>
            <a:prstGeom prst="ellipse">
              <a:avLst/>
            </a:prstGeom>
            <a:ln w="25400">
              <a:solidFill>
                <a:schemeClr val="tx2"/>
              </a:solidFill>
            </a:ln>
          </p:spPr>
        </p:pic>
      </p:grpSp>
      <p:grpSp>
        <p:nvGrpSpPr>
          <p:cNvPr id="168" name="Group 167"/>
          <p:cNvGrpSpPr/>
          <p:nvPr/>
        </p:nvGrpSpPr>
        <p:grpSpPr>
          <a:xfrm>
            <a:off x="6157415" y="3104839"/>
            <a:ext cx="1569481" cy="507857"/>
            <a:chOff x="3286321" y="2204525"/>
            <a:chExt cx="1785285" cy="577687"/>
          </a:xfrm>
        </p:grpSpPr>
        <p:sp>
          <p:nvSpPr>
            <p:cNvPr id="169" name="Rounded Rectangle 168"/>
            <p:cNvSpPr/>
            <p:nvPr/>
          </p:nvSpPr>
          <p:spPr>
            <a:xfrm>
              <a:off x="3562548" y="2204525"/>
              <a:ext cx="1509058" cy="577687"/>
            </a:xfrm>
            <a:prstGeom prst="roundRect">
              <a:avLst>
                <a:gd name="adj" fmla="val 10902"/>
              </a:avLst>
            </a:prstGeom>
            <a:solidFill>
              <a:schemeClr val="bg1"/>
            </a:solidFill>
            <a:ln w="190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54928" algn="ctr"/>
              <a:r>
                <a:rPr lang="en-AU" sz="1050" b="1" dirty="0">
                  <a:solidFill>
                    <a:schemeClr val="tx1"/>
                  </a:solidFill>
                </a:rPr>
                <a:t>Name</a:t>
              </a:r>
            </a:p>
            <a:p>
              <a:pPr marL="154928" algn="ctr"/>
              <a:r>
                <a:rPr lang="en-AU" sz="1001" dirty="0">
                  <a:solidFill>
                    <a:schemeClr val="tx1"/>
                  </a:solidFill>
                </a:rPr>
                <a:t>Role</a:t>
              </a:r>
              <a:endParaRPr lang="en-AU" sz="1050" dirty="0">
                <a:solidFill>
                  <a:schemeClr val="tx1"/>
                </a:solidFill>
              </a:endParaRPr>
            </a:p>
          </p:txBody>
        </p:sp>
        <p:pic>
          <p:nvPicPr>
            <p:cNvPr id="170" name="Picture 169"/>
            <p:cNvPicPr>
              <a:picLocks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286321" y="2219373"/>
              <a:ext cx="540000" cy="540001"/>
            </a:xfrm>
            <a:prstGeom prst="ellipse">
              <a:avLst/>
            </a:prstGeom>
            <a:ln w="25400">
              <a:solidFill>
                <a:schemeClr val="tx2"/>
              </a:solidFill>
            </a:ln>
          </p:spPr>
        </p:pic>
      </p:grpSp>
      <p:grpSp>
        <p:nvGrpSpPr>
          <p:cNvPr id="171" name="Group 170"/>
          <p:cNvGrpSpPr/>
          <p:nvPr/>
        </p:nvGrpSpPr>
        <p:grpSpPr>
          <a:xfrm>
            <a:off x="6185990" y="2160105"/>
            <a:ext cx="1540537" cy="507857"/>
            <a:chOff x="3502716" y="2199029"/>
            <a:chExt cx="1752360" cy="577687"/>
          </a:xfrm>
        </p:grpSpPr>
        <p:sp>
          <p:nvSpPr>
            <p:cNvPr id="172" name="Rounded Rectangle 171"/>
            <p:cNvSpPr/>
            <p:nvPr/>
          </p:nvSpPr>
          <p:spPr>
            <a:xfrm>
              <a:off x="3746018" y="2199029"/>
              <a:ext cx="1509058" cy="577687"/>
            </a:xfrm>
            <a:prstGeom prst="roundRect">
              <a:avLst>
                <a:gd name="adj" fmla="val 10902"/>
              </a:avLst>
            </a:prstGeom>
            <a:solidFill>
              <a:schemeClr val="bg1"/>
            </a:solidFill>
            <a:ln w="190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54928" algn="ctr"/>
              <a:r>
                <a:rPr lang="en-AU" sz="1050" b="1" dirty="0">
                  <a:solidFill>
                    <a:schemeClr val="tx1"/>
                  </a:solidFill>
                </a:rPr>
                <a:t>Name</a:t>
              </a:r>
            </a:p>
            <a:p>
              <a:pPr marL="154928" algn="ctr"/>
              <a:r>
                <a:rPr lang="en-AU" sz="1001" dirty="0">
                  <a:solidFill>
                    <a:schemeClr val="tx1"/>
                  </a:solidFill>
                </a:rPr>
                <a:t>Role</a:t>
              </a:r>
            </a:p>
          </p:txBody>
        </p:sp>
        <p:pic>
          <p:nvPicPr>
            <p:cNvPr id="173" name="Picture 172"/>
            <p:cNvPicPr>
              <a:picLocks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502716" y="2219970"/>
              <a:ext cx="540000" cy="541056"/>
            </a:xfrm>
            <a:prstGeom prst="ellipse">
              <a:avLst/>
            </a:prstGeom>
            <a:ln w="25400">
              <a:solidFill>
                <a:schemeClr val="tx2"/>
              </a:solidFill>
            </a:ln>
          </p:spPr>
        </p:pic>
      </p:grpSp>
      <p:cxnSp>
        <p:nvCxnSpPr>
          <p:cNvPr id="174" name="Elbow Connector 173"/>
          <p:cNvCxnSpPr>
            <a:stCxn id="166" idx="2"/>
            <a:endCxn id="172" idx="0"/>
          </p:cNvCxnSpPr>
          <p:nvPr/>
        </p:nvCxnSpPr>
        <p:spPr>
          <a:xfrm rot="16200000" flipH="1">
            <a:off x="5681226" y="778126"/>
            <a:ext cx="792776" cy="1971182"/>
          </a:xfrm>
          <a:prstGeom prst="bentConnector3">
            <a:avLst>
              <a:gd name="adj1" fmla="val 50000"/>
            </a:avLst>
          </a:prstGeom>
          <a:ln w="12700">
            <a:solidFill>
              <a:schemeClr val="tx2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Round Same Side Corner Rectangle 90"/>
          <p:cNvSpPr/>
          <p:nvPr/>
        </p:nvSpPr>
        <p:spPr>
          <a:xfrm>
            <a:off x="779233" y="1571624"/>
            <a:ext cx="1186180" cy="397361"/>
          </a:xfrm>
          <a:prstGeom prst="round2SameRect">
            <a:avLst/>
          </a:prstGeom>
          <a:solidFill>
            <a:schemeClr val="bg1">
              <a:lumMod val="75000"/>
            </a:schemeClr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AU" sz="1100" dirty="0">
                <a:solidFill>
                  <a:schemeClr val="bg1"/>
                </a:solidFill>
              </a:rPr>
              <a:t>Business Analysis</a:t>
            </a:r>
          </a:p>
        </p:txBody>
      </p:sp>
      <p:grpSp>
        <p:nvGrpSpPr>
          <p:cNvPr id="179" name="Group 178"/>
          <p:cNvGrpSpPr/>
          <p:nvPr/>
        </p:nvGrpSpPr>
        <p:grpSpPr>
          <a:xfrm>
            <a:off x="8080729" y="2169596"/>
            <a:ext cx="1569481" cy="507857"/>
            <a:chOff x="3286321" y="2204525"/>
            <a:chExt cx="1785285" cy="577687"/>
          </a:xfrm>
        </p:grpSpPr>
        <p:sp>
          <p:nvSpPr>
            <p:cNvPr id="180" name="Rounded Rectangle 179"/>
            <p:cNvSpPr/>
            <p:nvPr/>
          </p:nvSpPr>
          <p:spPr>
            <a:xfrm>
              <a:off x="3562548" y="2204525"/>
              <a:ext cx="1509058" cy="577687"/>
            </a:xfrm>
            <a:prstGeom prst="roundRect">
              <a:avLst>
                <a:gd name="adj" fmla="val 10902"/>
              </a:avLst>
            </a:prstGeom>
            <a:solidFill>
              <a:schemeClr val="bg1"/>
            </a:solidFill>
            <a:ln w="190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54928" algn="ctr"/>
              <a:r>
                <a:rPr lang="en-AU" sz="1050" b="1" dirty="0">
                  <a:solidFill>
                    <a:schemeClr val="tx1"/>
                  </a:solidFill>
                </a:rPr>
                <a:t>Name</a:t>
              </a:r>
            </a:p>
            <a:p>
              <a:pPr marL="154928" algn="ctr"/>
              <a:r>
                <a:rPr lang="en-AU" sz="1001" dirty="0">
                  <a:solidFill>
                    <a:schemeClr val="tx1"/>
                  </a:solidFill>
                </a:rPr>
                <a:t>Role</a:t>
              </a:r>
              <a:endParaRPr lang="en-AU" sz="1050" dirty="0">
                <a:solidFill>
                  <a:schemeClr val="tx1"/>
                </a:solidFill>
              </a:endParaRPr>
            </a:p>
          </p:txBody>
        </p:sp>
        <p:pic>
          <p:nvPicPr>
            <p:cNvPr id="181" name="Picture 180"/>
            <p:cNvPicPr>
              <a:picLocks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286321" y="2225151"/>
              <a:ext cx="540000" cy="540001"/>
            </a:xfrm>
            <a:prstGeom prst="ellipse">
              <a:avLst/>
            </a:prstGeom>
            <a:ln w="25400">
              <a:solidFill>
                <a:schemeClr val="tx2"/>
              </a:solidFill>
            </a:ln>
          </p:spPr>
        </p:pic>
      </p:grpSp>
      <p:cxnSp>
        <p:nvCxnSpPr>
          <p:cNvPr id="182" name="Elbow Connector 181"/>
          <p:cNvCxnSpPr>
            <a:stCxn id="166" idx="2"/>
            <a:endCxn id="180" idx="0"/>
          </p:cNvCxnSpPr>
          <p:nvPr/>
        </p:nvCxnSpPr>
        <p:spPr>
          <a:xfrm rot="16200000" flipH="1">
            <a:off x="6638322" y="-178971"/>
            <a:ext cx="802267" cy="3894865"/>
          </a:xfrm>
          <a:prstGeom prst="bentConnector3">
            <a:avLst>
              <a:gd name="adj1" fmla="val 50000"/>
            </a:avLst>
          </a:prstGeom>
          <a:ln w="12700">
            <a:solidFill>
              <a:schemeClr val="tx2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Curved Connector 182"/>
          <p:cNvCxnSpPr>
            <a:stCxn id="172" idx="2"/>
            <a:endCxn id="169" idx="0"/>
          </p:cNvCxnSpPr>
          <p:nvPr/>
        </p:nvCxnSpPr>
        <p:spPr>
          <a:xfrm rot="16200000" flipH="1">
            <a:off x="6844951" y="2886215"/>
            <a:ext cx="436877" cy="369"/>
          </a:xfrm>
          <a:prstGeom prst="curvedConnector3">
            <a:avLst>
              <a:gd name="adj1" fmla="val 50000"/>
            </a:avLst>
          </a:prstGeom>
          <a:ln w="12700">
            <a:solidFill>
              <a:schemeClr val="tx2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" name="Round Same Side Corner Rectangle 183"/>
          <p:cNvSpPr/>
          <p:nvPr/>
        </p:nvSpPr>
        <p:spPr>
          <a:xfrm>
            <a:off x="2575250" y="1565087"/>
            <a:ext cx="1186180" cy="397361"/>
          </a:xfrm>
          <a:prstGeom prst="round2Same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AU" sz="1100" dirty="0">
                <a:solidFill>
                  <a:schemeClr val="tx2"/>
                </a:solidFill>
              </a:rPr>
              <a:t>Senior Users</a:t>
            </a:r>
          </a:p>
        </p:txBody>
      </p:sp>
      <p:sp>
        <p:nvSpPr>
          <p:cNvPr id="185" name="Round Same Side Corner Rectangle 184"/>
          <p:cNvSpPr/>
          <p:nvPr/>
        </p:nvSpPr>
        <p:spPr>
          <a:xfrm>
            <a:off x="4515680" y="1564064"/>
            <a:ext cx="1186180" cy="397361"/>
          </a:xfrm>
          <a:prstGeom prst="round2Same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AU" sz="1100" dirty="0">
                <a:solidFill>
                  <a:schemeClr val="tx2"/>
                </a:solidFill>
              </a:rPr>
              <a:t>Change Management</a:t>
            </a:r>
          </a:p>
        </p:txBody>
      </p:sp>
      <p:sp>
        <p:nvSpPr>
          <p:cNvPr id="186" name="Round Same Side Corner Rectangle 185"/>
          <p:cNvSpPr/>
          <p:nvPr/>
        </p:nvSpPr>
        <p:spPr>
          <a:xfrm>
            <a:off x="6430484" y="1556189"/>
            <a:ext cx="1186180" cy="397361"/>
          </a:xfrm>
          <a:prstGeom prst="round2Same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AU" sz="1100" dirty="0">
                <a:solidFill>
                  <a:schemeClr val="tx2"/>
                </a:solidFill>
              </a:rPr>
              <a:t>Developers</a:t>
            </a:r>
          </a:p>
        </p:txBody>
      </p:sp>
      <p:sp>
        <p:nvSpPr>
          <p:cNvPr id="187" name="Round Same Side Corner Rectangle 186"/>
          <p:cNvSpPr/>
          <p:nvPr/>
        </p:nvSpPr>
        <p:spPr>
          <a:xfrm>
            <a:off x="8370604" y="1538677"/>
            <a:ext cx="1186180" cy="397361"/>
          </a:xfrm>
          <a:prstGeom prst="round2Same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AU" sz="1100" dirty="0">
                <a:solidFill>
                  <a:schemeClr val="tx2"/>
                </a:solidFill>
              </a:rPr>
              <a:t>Testers</a:t>
            </a:r>
          </a:p>
        </p:txBody>
      </p:sp>
      <p:grpSp>
        <p:nvGrpSpPr>
          <p:cNvPr id="188" name="Group 187"/>
          <p:cNvGrpSpPr/>
          <p:nvPr/>
        </p:nvGrpSpPr>
        <p:grpSpPr>
          <a:xfrm>
            <a:off x="6160395" y="4033058"/>
            <a:ext cx="1566132" cy="507857"/>
            <a:chOff x="1030354" y="3052605"/>
            <a:chExt cx="1781475" cy="577687"/>
          </a:xfrm>
        </p:grpSpPr>
        <p:sp>
          <p:nvSpPr>
            <p:cNvPr id="189" name="Rounded Rectangle 188"/>
            <p:cNvSpPr/>
            <p:nvPr/>
          </p:nvSpPr>
          <p:spPr>
            <a:xfrm>
              <a:off x="1302771" y="3052605"/>
              <a:ext cx="1509058" cy="577687"/>
            </a:xfrm>
            <a:prstGeom prst="roundRect">
              <a:avLst>
                <a:gd name="adj" fmla="val 10902"/>
              </a:avLst>
            </a:prstGeom>
            <a:solidFill>
              <a:schemeClr val="bg1"/>
            </a:solidFill>
            <a:ln w="190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54928" algn="ctr"/>
              <a:r>
                <a:rPr lang="en-AU" sz="1050" b="1" dirty="0">
                  <a:solidFill>
                    <a:schemeClr val="tx1"/>
                  </a:solidFill>
                </a:rPr>
                <a:t>Name</a:t>
              </a:r>
            </a:p>
            <a:p>
              <a:pPr marL="154928" algn="ctr"/>
              <a:r>
                <a:rPr lang="en-AU" sz="1001" dirty="0">
                  <a:solidFill>
                    <a:schemeClr val="tx1"/>
                  </a:solidFill>
                </a:rPr>
                <a:t>Role</a:t>
              </a:r>
            </a:p>
          </p:txBody>
        </p:sp>
        <p:pic>
          <p:nvPicPr>
            <p:cNvPr id="190" name="Picture 189"/>
            <p:cNvPicPr>
              <a:picLocks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030354" y="3069889"/>
              <a:ext cx="540000" cy="540001"/>
            </a:xfrm>
            <a:prstGeom prst="ellipse">
              <a:avLst/>
            </a:prstGeom>
            <a:ln w="25400">
              <a:solidFill>
                <a:schemeClr val="tx2"/>
              </a:solidFill>
            </a:ln>
          </p:spPr>
        </p:pic>
      </p:grpSp>
      <p:cxnSp>
        <p:nvCxnSpPr>
          <p:cNvPr id="191" name="Curved Connector 190"/>
          <p:cNvCxnSpPr>
            <a:stCxn id="169" idx="2"/>
            <a:endCxn id="189" idx="0"/>
          </p:cNvCxnSpPr>
          <p:nvPr/>
        </p:nvCxnSpPr>
        <p:spPr>
          <a:xfrm rot="5400000">
            <a:off x="6853209" y="3822693"/>
            <a:ext cx="420362" cy="369"/>
          </a:xfrm>
          <a:prstGeom prst="curvedConnector3">
            <a:avLst>
              <a:gd name="adj1" fmla="val 50000"/>
            </a:avLst>
          </a:prstGeom>
          <a:ln w="12700">
            <a:solidFill>
              <a:schemeClr val="tx2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2" name="Group 191"/>
          <p:cNvGrpSpPr/>
          <p:nvPr/>
        </p:nvGrpSpPr>
        <p:grpSpPr>
          <a:xfrm>
            <a:off x="6157415" y="4940230"/>
            <a:ext cx="1569481" cy="507857"/>
            <a:chOff x="3286321" y="2204525"/>
            <a:chExt cx="1785285" cy="577687"/>
          </a:xfrm>
        </p:grpSpPr>
        <p:sp>
          <p:nvSpPr>
            <p:cNvPr id="193" name="Rounded Rectangle 192"/>
            <p:cNvSpPr/>
            <p:nvPr/>
          </p:nvSpPr>
          <p:spPr>
            <a:xfrm>
              <a:off x="3562548" y="2204525"/>
              <a:ext cx="1509058" cy="577687"/>
            </a:xfrm>
            <a:prstGeom prst="roundRect">
              <a:avLst>
                <a:gd name="adj" fmla="val 10902"/>
              </a:avLst>
            </a:prstGeom>
            <a:solidFill>
              <a:schemeClr val="bg1"/>
            </a:solidFill>
            <a:ln w="190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54928" algn="ctr"/>
              <a:r>
                <a:rPr lang="en-AU" sz="1050" b="1" dirty="0">
                  <a:solidFill>
                    <a:schemeClr val="tx1"/>
                  </a:solidFill>
                </a:rPr>
                <a:t>Name</a:t>
              </a:r>
            </a:p>
            <a:p>
              <a:pPr marL="154928" algn="ctr"/>
              <a:r>
                <a:rPr lang="en-AU" sz="1001" dirty="0">
                  <a:solidFill>
                    <a:schemeClr val="tx1"/>
                  </a:solidFill>
                </a:rPr>
                <a:t>Role</a:t>
              </a:r>
              <a:endParaRPr lang="en-AU" sz="1050" dirty="0">
                <a:solidFill>
                  <a:schemeClr val="tx1"/>
                </a:solidFill>
              </a:endParaRPr>
            </a:p>
          </p:txBody>
        </p:sp>
        <p:pic>
          <p:nvPicPr>
            <p:cNvPr id="194" name="Picture 193"/>
            <p:cNvPicPr>
              <a:picLocks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286321" y="2225151"/>
              <a:ext cx="540000" cy="540001"/>
            </a:xfrm>
            <a:prstGeom prst="ellipse">
              <a:avLst/>
            </a:prstGeom>
            <a:ln w="25400">
              <a:solidFill>
                <a:schemeClr val="tx2"/>
              </a:solidFill>
            </a:ln>
          </p:spPr>
        </p:pic>
      </p:grpSp>
      <p:cxnSp>
        <p:nvCxnSpPr>
          <p:cNvPr id="195" name="Curved Connector 194"/>
          <p:cNvCxnSpPr>
            <a:stCxn id="189" idx="2"/>
            <a:endCxn id="193" idx="0"/>
          </p:cNvCxnSpPr>
          <p:nvPr/>
        </p:nvCxnSpPr>
        <p:spPr>
          <a:xfrm rot="16200000" flipH="1">
            <a:off x="6863732" y="4740387"/>
            <a:ext cx="399315" cy="369"/>
          </a:xfrm>
          <a:prstGeom prst="curvedConnector3">
            <a:avLst>
              <a:gd name="adj1" fmla="val 50000"/>
            </a:avLst>
          </a:prstGeom>
          <a:ln w="12700">
            <a:solidFill>
              <a:schemeClr val="tx2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9" name="Group 198"/>
          <p:cNvGrpSpPr/>
          <p:nvPr/>
        </p:nvGrpSpPr>
        <p:grpSpPr>
          <a:xfrm>
            <a:off x="2254563" y="3055722"/>
            <a:ext cx="1569481" cy="507857"/>
            <a:chOff x="3286321" y="2204525"/>
            <a:chExt cx="1785285" cy="577687"/>
          </a:xfrm>
        </p:grpSpPr>
        <p:sp>
          <p:nvSpPr>
            <p:cNvPr id="200" name="Rounded Rectangle 199"/>
            <p:cNvSpPr/>
            <p:nvPr/>
          </p:nvSpPr>
          <p:spPr>
            <a:xfrm>
              <a:off x="3562548" y="2204525"/>
              <a:ext cx="1509058" cy="577687"/>
            </a:xfrm>
            <a:prstGeom prst="roundRect">
              <a:avLst>
                <a:gd name="adj" fmla="val 10902"/>
              </a:avLst>
            </a:prstGeom>
            <a:solidFill>
              <a:schemeClr val="bg1"/>
            </a:solidFill>
            <a:ln w="190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54928" algn="ctr"/>
              <a:r>
                <a:rPr lang="en-AU" sz="1050" b="1" dirty="0">
                  <a:solidFill>
                    <a:schemeClr val="tx1"/>
                  </a:solidFill>
                </a:rPr>
                <a:t>Name</a:t>
              </a:r>
            </a:p>
            <a:p>
              <a:pPr marL="154928" algn="ctr"/>
              <a:r>
                <a:rPr lang="en-AU" sz="1001" dirty="0">
                  <a:solidFill>
                    <a:schemeClr val="tx1"/>
                  </a:solidFill>
                </a:rPr>
                <a:t>Role</a:t>
              </a:r>
              <a:endParaRPr lang="en-AU" sz="1050" dirty="0">
                <a:solidFill>
                  <a:schemeClr val="tx1"/>
                </a:solidFill>
              </a:endParaRPr>
            </a:p>
          </p:txBody>
        </p:sp>
        <p:pic>
          <p:nvPicPr>
            <p:cNvPr id="201" name="Picture 200"/>
            <p:cNvPicPr>
              <a:picLocks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286321" y="2225151"/>
              <a:ext cx="540000" cy="540001"/>
            </a:xfrm>
            <a:prstGeom prst="ellipse">
              <a:avLst/>
            </a:prstGeom>
            <a:ln w="25400">
              <a:solidFill>
                <a:schemeClr val="tx2"/>
              </a:solidFill>
            </a:ln>
          </p:spPr>
        </p:pic>
      </p:grpSp>
      <p:cxnSp>
        <p:nvCxnSpPr>
          <p:cNvPr id="202" name="Curved Connector 201"/>
          <p:cNvCxnSpPr/>
          <p:nvPr/>
        </p:nvCxnSpPr>
        <p:spPr>
          <a:xfrm rot="16200000" flipH="1">
            <a:off x="2977345" y="2901105"/>
            <a:ext cx="363623" cy="935"/>
          </a:xfrm>
          <a:prstGeom prst="curvedConnector3">
            <a:avLst>
              <a:gd name="adj1" fmla="val 50000"/>
            </a:avLst>
          </a:prstGeom>
          <a:ln w="12700">
            <a:solidFill>
              <a:schemeClr val="tx2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Curved Connector 202"/>
          <p:cNvCxnSpPr>
            <a:stCxn id="180" idx="2"/>
            <a:endCxn id="209" idx="0"/>
          </p:cNvCxnSpPr>
          <p:nvPr/>
        </p:nvCxnSpPr>
        <p:spPr>
          <a:xfrm rot="5400000">
            <a:off x="8776959" y="2887014"/>
            <a:ext cx="419491" cy="369"/>
          </a:xfrm>
          <a:prstGeom prst="curvedConnector3">
            <a:avLst>
              <a:gd name="adj1" fmla="val 50000"/>
            </a:avLst>
          </a:prstGeom>
          <a:ln w="12700">
            <a:solidFill>
              <a:schemeClr val="tx2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5" name="Group 204"/>
          <p:cNvGrpSpPr/>
          <p:nvPr/>
        </p:nvGrpSpPr>
        <p:grpSpPr>
          <a:xfrm>
            <a:off x="4222061" y="3008090"/>
            <a:ext cx="1540537" cy="507857"/>
            <a:chOff x="3502716" y="2199029"/>
            <a:chExt cx="1752360" cy="577687"/>
          </a:xfrm>
        </p:grpSpPr>
        <p:sp>
          <p:nvSpPr>
            <p:cNvPr id="206" name="Rounded Rectangle 205"/>
            <p:cNvSpPr/>
            <p:nvPr/>
          </p:nvSpPr>
          <p:spPr>
            <a:xfrm>
              <a:off x="3746018" y="2199029"/>
              <a:ext cx="1509058" cy="577687"/>
            </a:xfrm>
            <a:prstGeom prst="roundRect">
              <a:avLst>
                <a:gd name="adj" fmla="val 10902"/>
              </a:avLst>
            </a:prstGeom>
            <a:solidFill>
              <a:schemeClr val="bg1"/>
            </a:solidFill>
            <a:ln w="190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54928" algn="ctr"/>
              <a:r>
                <a:rPr lang="en-AU" sz="1050" b="1" dirty="0">
                  <a:solidFill>
                    <a:schemeClr val="tx1"/>
                  </a:solidFill>
                </a:rPr>
                <a:t>Name</a:t>
              </a:r>
            </a:p>
            <a:p>
              <a:pPr marL="154928" algn="ctr"/>
              <a:r>
                <a:rPr lang="en-AU" sz="1001" dirty="0">
                  <a:solidFill>
                    <a:schemeClr val="tx1"/>
                  </a:solidFill>
                </a:rPr>
                <a:t>Role</a:t>
              </a:r>
            </a:p>
          </p:txBody>
        </p:sp>
        <p:pic>
          <p:nvPicPr>
            <p:cNvPr id="207" name="Picture 206"/>
            <p:cNvPicPr>
              <a:picLocks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502716" y="2219970"/>
              <a:ext cx="540000" cy="541056"/>
            </a:xfrm>
            <a:prstGeom prst="ellipse">
              <a:avLst/>
            </a:prstGeom>
            <a:ln w="25400">
              <a:solidFill>
                <a:schemeClr val="tx2"/>
              </a:solidFill>
            </a:ln>
          </p:spPr>
        </p:pic>
      </p:grpSp>
      <p:grpSp>
        <p:nvGrpSpPr>
          <p:cNvPr id="208" name="Group 207"/>
          <p:cNvGrpSpPr/>
          <p:nvPr/>
        </p:nvGrpSpPr>
        <p:grpSpPr>
          <a:xfrm>
            <a:off x="8109304" y="3096944"/>
            <a:ext cx="1540537" cy="507857"/>
            <a:chOff x="3502716" y="2199029"/>
            <a:chExt cx="1752360" cy="577687"/>
          </a:xfrm>
        </p:grpSpPr>
        <p:sp>
          <p:nvSpPr>
            <p:cNvPr id="209" name="Rounded Rectangle 208"/>
            <p:cNvSpPr/>
            <p:nvPr/>
          </p:nvSpPr>
          <p:spPr>
            <a:xfrm>
              <a:off x="3746018" y="2199029"/>
              <a:ext cx="1509058" cy="577687"/>
            </a:xfrm>
            <a:prstGeom prst="roundRect">
              <a:avLst>
                <a:gd name="adj" fmla="val 10902"/>
              </a:avLst>
            </a:prstGeom>
            <a:solidFill>
              <a:schemeClr val="bg1"/>
            </a:solidFill>
            <a:ln w="190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54928" algn="ctr"/>
              <a:r>
                <a:rPr lang="en-AU" sz="1050" b="1" dirty="0">
                  <a:solidFill>
                    <a:schemeClr val="tx1"/>
                  </a:solidFill>
                </a:rPr>
                <a:t>Name</a:t>
              </a:r>
            </a:p>
            <a:p>
              <a:pPr marL="154928" algn="ctr"/>
              <a:r>
                <a:rPr lang="en-AU" sz="1001" dirty="0">
                  <a:solidFill>
                    <a:schemeClr val="tx1"/>
                  </a:solidFill>
                </a:rPr>
                <a:t>Role</a:t>
              </a:r>
            </a:p>
          </p:txBody>
        </p:sp>
        <p:pic>
          <p:nvPicPr>
            <p:cNvPr id="210" name="Picture 209"/>
            <p:cNvPicPr>
              <a:picLocks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502716" y="2219970"/>
              <a:ext cx="540000" cy="541056"/>
            </a:xfrm>
            <a:prstGeom prst="ellipse">
              <a:avLst/>
            </a:prstGeom>
            <a:ln w="25400">
              <a:solidFill>
                <a:schemeClr val="tx2"/>
              </a:solidFill>
            </a:ln>
          </p:spPr>
        </p:pic>
      </p:grpSp>
      <p:cxnSp>
        <p:nvCxnSpPr>
          <p:cNvPr id="212" name="Curved Connector 211"/>
          <p:cNvCxnSpPr>
            <a:stCxn id="160" idx="2"/>
            <a:endCxn id="206" idx="0"/>
          </p:cNvCxnSpPr>
          <p:nvPr/>
        </p:nvCxnSpPr>
        <p:spPr>
          <a:xfrm rot="16200000" flipH="1">
            <a:off x="4932613" y="2841426"/>
            <a:ext cx="330637" cy="2690"/>
          </a:xfrm>
          <a:prstGeom prst="curvedConnector3">
            <a:avLst>
              <a:gd name="adj1" fmla="val 50000"/>
            </a:avLst>
          </a:prstGeom>
          <a:ln w="12700">
            <a:solidFill>
              <a:schemeClr val="tx2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5" name="Group 214"/>
          <p:cNvGrpSpPr/>
          <p:nvPr/>
        </p:nvGrpSpPr>
        <p:grpSpPr>
          <a:xfrm>
            <a:off x="2285043" y="3927202"/>
            <a:ext cx="1572581" cy="507857"/>
            <a:chOff x="3546698" y="2199029"/>
            <a:chExt cx="1708378" cy="577687"/>
          </a:xfrm>
        </p:grpSpPr>
        <p:sp>
          <p:nvSpPr>
            <p:cNvPr id="216" name="Rounded Rectangle 215"/>
            <p:cNvSpPr/>
            <p:nvPr/>
          </p:nvSpPr>
          <p:spPr>
            <a:xfrm>
              <a:off x="3746018" y="2199029"/>
              <a:ext cx="1509058" cy="577687"/>
            </a:xfrm>
            <a:prstGeom prst="roundRect">
              <a:avLst>
                <a:gd name="adj" fmla="val 10902"/>
              </a:avLst>
            </a:prstGeom>
            <a:solidFill>
              <a:schemeClr val="bg1"/>
            </a:solidFill>
            <a:ln w="190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54928" algn="ctr"/>
              <a:r>
                <a:rPr lang="en-AU" sz="1050" b="1" dirty="0">
                  <a:solidFill>
                    <a:schemeClr val="tx1"/>
                  </a:solidFill>
                </a:rPr>
                <a:t>Name</a:t>
              </a:r>
            </a:p>
            <a:p>
              <a:pPr marL="154928" algn="ctr"/>
              <a:r>
                <a:rPr lang="en-AU" sz="1001" dirty="0">
                  <a:solidFill>
                    <a:schemeClr val="tx1"/>
                  </a:solidFill>
                </a:rPr>
                <a:t>Role</a:t>
              </a:r>
            </a:p>
          </p:txBody>
        </p:sp>
        <p:pic>
          <p:nvPicPr>
            <p:cNvPr id="217" name="Picture 216"/>
            <p:cNvPicPr>
              <a:picLocks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546698" y="2215649"/>
              <a:ext cx="506610" cy="540001"/>
            </a:xfrm>
            <a:prstGeom prst="ellipse">
              <a:avLst/>
            </a:prstGeom>
            <a:ln w="25400">
              <a:solidFill>
                <a:schemeClr val="tx2"/>
              </a:solidFill>
            </a:ln>
          </p:spPr>
        </p:pic>
      </p:grpSp>
      <p:cxnSp>
        <p:nvCxnSpPr>
          <p:cNvPr id="218" name="Curved Connector 217"/>
          <p:cNvCxnSpPr>
            <a:stCxn id="200" idx="2"/>
            <a:endCxn id="216" idx="0"/>
          </p:cNvCxnSpPr>
          <p:nvPr/>
        </p:nvCxnSpPr>
        <p:spPr>
          <a:xfrm rot="16200000" flipH="1">
            <a:off x="2980086" y="3744215"/>
            <a:ext cx="363623" cy="2350"/>
          </a:xfrm>
          <a:prstGeom prst="curvedConnector3">
            <a:avLst>
              <a:gd name="adj1" fmla="val 50000"/>
            </a:avLst>
          </a:prstGeom>
          <a:ln w="12700">
            <a:solidFill>
              <a:schemeClr val="tx2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81866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284372" y="492024"/>
            <a:ext cx="9489789" cy="0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23171" y="112713"/>
            <a:ext cx="4366718" cy="363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759" dirty="0"/>
              <a:t>Project Name: 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4636" y="145235"/>
            <a:ext cx="4169525" cy="363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AU" sz="1759" i="1" dirty="0"/>
              <a:t>Organisational Breakdown Structure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5827" y="2182675"/>
            <a:ext cx="1326644" cy="507857"/>
          </a:xfrm>
          <a:prstGeom prst="roundRect">
            <a:avLst>
              <a:gd name="adj" fmla="val 10902"/>
            </a:avLst>
          </a:prstGeom>
          <a:solidFill>
            <a:schemeClr val="bg1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AU" sz="1050" b="1" dirty="0">
                <a:solidFill>
                  <a:schemeClr val="tx1"/>
                </a:solidFill>
              </a:rPr>
              <a:t>Name</a:t>
            </a:r>
          </a:p>
          <a:p>
            <a:pPr algn="ctr"/>
            <a:r>
              <a:rPr lang="en-AU" sz="1001" dirty="0">
                <a:solidFill>
                  <a:schemeClr val="tx1"/>
                </a:solidFill>
              </a:rPr>
              <a:t>Role</a:t>
            </a:r>
          </a:p>
        </p:txBody>
      </p:sp>
      <p:cxnSp>
        <p:nvCxnSpPr>
          <p:cNvPr id="16" name="Elbow Connector 15"/>
          <p:cNvCxnSpPr>
            <a:stCxn id="166" idx="2"/>
            <a:endCxn id="33" idx="0"/>
          </p:cNvCxnSpPr>
          <p:nvPr/>
        </p:nvCxnSpPr>
        <p:spPr>
          <a:xfrm rot="5400000">
            <a:off x="2837913" y="-71435"/>
            <a:ext cx="815346" cy="3692874"/>
          </a:xfrm>
          <a:prstGeom prst="bentConnector3">
            <a:avLst>
              <a:gd name="adj1" fmla="val 50000"/>
            </a:avLst>
          </a:prstGeom>
          <a:ln w="12700">
            <a:solidFill>
              <a:schemeClr val="tx2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Rounded Rectangle 120"/>
          <p:cNvSpPr/>
          <p:nvPr/>
        </p:nvSpPr>
        <p:spPr>
          <a:xfrm>
            <a:off x="736923" y="3062432"/>
            <a:ext cx="1326645" cy="507857"/>
          </a:xfrm>
          <a:prstGeom prst="roundRect">
            <a:avLst>
              <a:gd name="adj" fmla="val 10902"/>
            </a:avLst>
          </a:prstGeom>
          <a:solidFill>
            <a:schemeClr val="bg1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AU" sz="1050" b="1" dirty="0">
                <a:solidFill>
                  <a:schemeClr val="tx1"/>
                </a:solidFill>
              </a:rPr>
              <a:t>Name</a:t>
            </a:r>
          </a:p>
          <a:p>
            <a:pPr algn="ctr"/>
            <a:r>
              <a:rPr lang="en-AU" sz="1000" dirty="0">
                <a:solidFill>
                  <a:schemeClr val="tx1"/>
                </a:solidFill>
              </a:rPr>
              <a:t>Role</a:t>
            </a:r>
            <a:endParaRPr lang="en-AU" sz="1050" dirty="0">
              <a:solidFill>
                <a:schemeClr val="tx1"/>
              </a:solidFill>
            </a:endParaRPr>
          </a:p>
        </p:txBody>
      </p:sp>
      <p:sp>
        <p:nvSpPr>
          <p:cNvPr id="160" name="Rounded Rectangle 159"/>
          <p:cNvSpPr/>
          <p:nvPr/>
        </p:nvSpPr>
        <p:spPr>
          <a:xfrm>
            <a:off x="4433264" y="2169596"/>
            <a:ext cx="1326644" cy="507857"/>
          </a:xfrm>
          <a:prstGeom prst="roundRect">
            <a:avLst>
              <a:gd name="adj" fmla="val 10902"/>
            </a:avLst>
          </a:prstGeom>
          <a:solidFill>
            <a:schemeClr val="bg1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AU" sz="1050" b="1" dirty="0">
                <a:solidFill>
                  <a:schemeClr val="tx1"/>
                </a:solidFill>
              </a:rPr>
              <a:t>Name</a:t>
            </a:r>
          </a:p>
          <a:p>
            <a:pPr algn="ctr"/>
            <a:r>
              <a:rPr lang="en-AU" sz="1000" dirty="0">
                <a:solidFill>
                  <a:schemeClr val="tx1"/>
                </a:solidFill>
              </a:rPr>
              <a:t>Role</a:t>
            </a:r>
            <a:endParaRPr lang="en-AU" sz="1050" dirty="0">
              <a:solidFill>
                <a:schemeClr val="tx1"/>
              </a:solidFill>
            </a:endParaRPr>
          </a:p>
        </p:txBody>
      </p:sp>
      <p:cxnSp>
        <p:nvCxnSpPr>
          <p:cNvPr id="159" name="Elbow Connector 158"/>
          <p:cNvCxnSpPr>
            <a:stCxn id="166" idx="2"/>
            <a:endCxn id="160" idx="0"/>
          </p:cNvCxnSpPr>
          <p:nvPr/>
        </p:nvCxnSpPr>
        <p:spPr>
          <a:xfrm rot="16200000" flipH="1">
            <a:off x="4693171" y="1766180"/>
            <a:ext cx="802267" cy="4563"/>
          </a:xfrm>
          <a:prstGeom prst="bentConnector3">
            <a:avLst>
              <a:gd name="adj1" fmla="val 50000"/>
            </a:avLst>
          </a:prstGeom>
          <a:ln w="12700">
            <a:solidFill>
              <a:schemeClr val="tx2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urved Connector 60"/>
          <p:cNvCxnSpPr>
            <a:stCxn id="33" idx="2"/>
            <a:endCxn id="121" idx="0"/>
          </p:cNvCxnSpPr>
          <p:nvPr/>
        </p:nvCxnSpPr>
        <p:spPr>
          <a:xfrm rot="16200000" flipH="1">
            <a:off x="1213747" y="2875934"/>
            <a:ext cx="371900" cy="1096"/>
          </a:xfrm>
          <a:prstGeom prst="curvedConnector3">
            <a:avLst>
              <a:gd name="adj1" fmla="val 50000"/>
            </a:avLst>
          </a:prstGeom>
          <a:ln w="12700">
            <a:solidFill>
              <a:schemeClr val="tx2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Rounded Rectangle 161"/>
          <p:cNvSpPr/>
          <p:nvPr/>
        </p:nvSpPr>
        <p:spPr>
          <a:xfrm>
            <a:off x="2468520" y="2184242"/>
            <a:ext cx="1354592" cy="507857"/>
          </a:xfrm>
          <a:prstGeom prst="roundRect">
            <a:avLst>
              <a:gd name="adj" fmla="val 10902"/>
            </a:avLst>
          </a:prstGeom>
          <a:solidFill>
            <a:schemeClr val="bg1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AU" sz="1050" b="1" dirty="0">
                <a:solidFill>
                  <a:schemeClr val="tx1"/>
                </a:solidFill>
              </a:rPr>
              <a:t>Name</a:t>
            </a:r>
          </a:p>
          <a:p>
            <a:pPr algn="ctr"/>
            <a:r>
              <a:rPr lang="en-AU" sz="1000" dirty="0">
                <a:solidFill>
                  <a:schemeClr val="tx1"/>
                </a:solidFill>
              </a:rPr>
              <a:t>Role</a:t>
            </a:r>
            <a:endParaRPr lang="en-AU" sz="1050" dirty="0">
              <a:solidFill>
                <a:schemeClr val="tx1"/>
              </a:solidFill>
            </a:endParaRPr>
          </a:p>
        </p:txBody>
      </p:sp>
      <p:cxnSp>
        <p:nvCxnSpPr>
          <p:cNvPr id="164" name="Elbow Connector 163"/>
          <p:cNvCxnSpPr>
            <a:stCxn id="166" idx="2"/>
            <a:endCxn id="162" idx="0"/>
          </p:cNvCxnSpPr>
          <p:nvPr/>
        </p:nvCxnSpPr>
        <p:spPr>
          <a:xfrm rot="5400000">
            <a:off x="3710464" y="802682"/>
            <a:ext cx="816913" cy="1946207"/>
          </a:xfrm>
          <a:prstGeom prst="bentConnector3">
            <a:avLst>
              <a:gd name="adj1" fmla="val 50000"/>
            </a:avLst>
          </a:prstGeom>
          <a:ln w="12700">
            <a:solidFill>
              <a:schemeClr val="tx2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Rounded Rectangle 165"/>
          <p:cNvSpPr/>
          <p:nvPr/>
        </p:nvSpPr>
        <p:spPr>
          <a:xfrm>
            <a:off x="4428701" y="859472"/>
            <a:ext cx="1326644" cy="507857"/>
          </a:xfrm>
          <a:prstGeom prst="roundRect">
            <a:avLst>
              <a:gd name="adj" fmla="val 10902"/>
            </a:avLst>
          </a:prstGeom>
          <a:solidFill>
            <a:schemeClr val="bg1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AU" sz="1050" b="1" dirty="0">
                <a:solidFill>
                  <a:schemeClr val="tx1"/>
                </a:solidFill>
              </a:rPr>
              <a:t>Joe Jones</a:t>
            </a:r>
          </a:p>
          <a:p>
            <a:pPr algn="ctr"/>
            <a:r>
              <a:rPr lang="en-AU" sz="1000" dirty="0">
                <a:solidFill>
                  <a:schemeClr val="tx1"/>
                </a:solidFill>
              </a:rPr>
              <a:t>Project Manager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6400252" y="3104839"/>
            <a:ext cx="1326644" cy="507857"/>
          </a:xfrm>
          <a:prstGeom prst="roundRect">
            <a:avLst>
              <a:gd name="adj" fmla="val 10902"/>
            </a:avLst>
          </a:prstGeom>
          <a:solidFill>
            <a:schemeClr val="bg1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AU" sz="1050" b="1" dirty="0">
                <a:solidFill>
                  <a:schemeClr val="tx1"/>
                </a:solidFill>
              </a:rPr>
              <a:t>Name</a:t>
            </a:r>
          </a:p>
          <a:p>
            <a:pPr algn="ctr"/>
            <a:r>
              <a:rPr lang="en-AU" sz="1000" dirty="0">
                <a:solidFill>
                  <a:schemeClr val="tx1"/>
                </a:solidFill>
              </a:rPr>
              <a:t>Role</a:t>
            </a:r>
            <a:endParaRPr lang="en-AU" sz="1050" dirty="0">
              <a:solidFill>
                <a:schemeClr val="tx1"/>
              </a:solidFill>
            </a:endParaRPr>
          </a:p>
        </p:txBody>
      </p:sp>
      <p:sp>
        <p:nvSpPr>
          <p:cNvPr id="172" name="Rounded Rectangle 171"/>
          <p:cNvSpPr/>
          <p:nvPr/>
        </p:nvSpPr>
        <p:spPr>
          <a:xfrm>
            <a:off x="6399882" y="2160105"/>
            <a:ext cx="1326645" cy="507857"/>
          </a:xfrm>
          <a:prstGeom prst="roundRect">
            <a:avLst>
              <a:gd name="adj" fmla="val 10902"/>
            </a:avLst>
          </a:prstGeom>
          <a:solidFill>
            <a:schemeClr val="bg1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AU" sz="1050" b="1" dirty="0">
                <a:solidFill>
                  <a:schemeClr val="tx1"/>
                </a:solidFill>
              </a:rPr>
              <a:t>Name</a:t>
            </a:r>
          </a:p>
          <a:p>
            <a:pPr algn="ctr"/>
            <a:r>
              <a:rPr lang="en-AU" sz="1000" dirty="0">
                <a:solidFill>
                  <a:schemeClr val="tx1"/>
                </a:solidFill>
              </a:rPr>
              <a:t>Role</a:t>
            </a:r>
            <a:endParaRPr lang="en-AU" sz="1050" dirty="0">
              <a:solidFill>
                <a:schemeClr val="tx1"/>
              </a:solidFill>
            </a:endParaRPr>
          </a:p>
        </p:txBody>
      </p:sp>
      <p:cxnSp>
        <p:nvCxnSpPr>
          <p:cNvPr id="174" name="Elbow Connector 173"/>
          <p:cNvCxnSpPr>
            <a:stCxn id="166" idx="2"/>
            <a:endCxn id="172" idx="0"/>
          </p:cNvCxnSpPr>
          <p:nvPr/>
        </p:nvCxnSpPr>
        <p:spPr>
          <a:xfrm rot="16200000" flipH="1">
            <a:off x="5681226" y="778126"/>
            <a:ext cx="792776" cy="1971182"/>
          </a:xfrm>
          <a:prstGeom prst="bentConnector3">
            <a:avLst>
              <a:gd name="adj1" fmla="val 50000"/>
            </a:avLst>
          </a:prstGeom>
          <a:ln w="12700">
            <a:solidFill>
              <a:schemeClr val="tx2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Round Same Side Corner Rectangle 90"/>
          <p:cNvSpPr/>
          <p:nvPr/>
        </p:nvSpPr>
        <p:spPr>
          <a:xfrm>
            <a:off x="779233" y="1571624"/>
            <a:ext cx="1186180" cy="397361"/>
          </a:xfrm>
          <a:prstGeom prst="round2SameRect">
            <a:avLst/>
          </a:prstGeom>
          <a:solidFill>
            <a:schemeClr val="bg1">
              <a:lumMod val="75000"/>
            </a:schemeClr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AU" sz="1100" dirty="0">
                <a:solidFill>
                  <a:schemeClr val="bg1"/>
                </a:solidFill>
              </a:rPr>
              <a:t>Business Analysis</a:t>
            </a:r>
          </a:p>
        </p:txBody>
      </p:sp>
      <p:sp>
        <p:nvSpPr>
          <p:cNvPr id="180" name="Rounded Rectangle 179"/>
          <p:cNvSpPr/>
          <p:nvPr/>
        </p:nvSpPr>
        <p:spPr>
          <a:xfrm>
            <a:off x="8323566" y="2169596"/>
            <a:ext cx="1326644" cy="507857"/>
          </a:xfrm>
          <a:prstGeom prst="roundRect">
            <a:avLst>
              <a:gd name="adj" fmla="val 10902"/>
            </a:avLst>
          </a:prstGeom>
          <a:solidFill>
            <a:schemeClr val="bg1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AU" sz="1050" b="1" dirty="0">
                <a:solidFill>
                  <a:schemeClr val="tx1"/>
                </a:solidFill>
              </a:rPr>
              <a:t>Name</a:t>
            </a:r>
          </a:p>
          <a:p>
            <a:pPr algn="ctr"/>
            <a:r>
              <a:rPr lang="en-AU" sz="1000" dirty="0">
                <a:solidFill>
                  <a:schemeClr val="tx1"/>
                </a:solidFill>
              </a:rPr>
              <a:t>Role</a:t>
            </a:r>
            <a:endParaRPr lang="en-AU" sz="1050" dirty="0">
              <a:solidFill>
                <a:schemeClr val="tx1"/>
              </a:solidFill>
            </a:endParaRPr>
          </a:p>
        </p:txBody>
      </p:sp>
      <p:cxnSp>
        <p:nvCxnSpPr>
          <p:cNvPr id="182" name="Elbow Connector 181"/>
          <p:cNvCxnSpPr>
            <a:stCxn id="166" idx="2"/>
            <a:endCxn id="180" idx="0"/>
          </p:cNvCxnSpPr>
          <p:nvPr/>
        </p:nvCxnSpPr>
        <p:spPr>
          <a:xfrm rot="16200000" flipH="1">
            <a:off x="6638322" y="-178971"/>
            <a:ext cx="802267" cy="3894865"/>
          </a:xfrm>
          <a:prstGeom prst="bentConnector3">
            <a:avLst>
              <a:gd name="adj1" fmla="val 50000"/>
            </a:avLst>
          </a:prstGeom>
          <a:ln w="12700">
            <a:solidFill>
              <a:schemeClr val="tx2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Curved Connector 182"/>
          <p:cNvCxnSpPr>
            <a:stCxn id="172" idx="2"/>
            <a:endCxn id="169" idx="0"/>
          </p:cNvCxnSpPr>
          <p:nvPr/>
        </p:nvCxnSpPr>
        <p:spPr>
          <a:xfrm rot="16200000" flipH="1">
            <a:off x="6844951" y="2886215"/>
            <a:ext cx="436877" cy="369"/>
          </a:xfrm>
          <a:prstGeom prst="curvedConnector3">
            <a:avLst>
              <a:gd name="adj1" fmla="val 50000"/>
            </a:avLst>
          </a:prstGeom>
          <a:ln w="12700">
            <a:solidFill>
              <a:schemeClr val="tx2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" name="Round Same Side Corner Rectangle 183"/>
          <p:cNvSpPr/>
          <p:nvPr/>
        </p:nvSpPr>
        <p:spPr>
          <a:xfrm>
            <a:off x="2575250" y="1565087"/>
            <a:ext cx="1186180" cy="397361"/>
          </a:xfrm>
          <a:prstGeom prst="round2Same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AU" sz="1100" dirty="0">
                <a:solidFill>
                  <a:schemeClr val="tx2"/>
                </a:solidFill>
              </a:rPr>
              <a:t>Senior Users</a:t>
            </a:r>
          </a:p>
        </p:txBody>
      </p:sp>
      <p:sp>
        <p:nvSpPr>
          <p:cNvPr id="185" name="Round Same Side Corner Rectangle 184"/>
          <p:cNvSpPr/>
          <p:nvPr/>
        </p:nvSpPr>
        <p:spPr>
          <a:xfrm>
            <a:off x="4515680" y="1564064"/>
            <a:ext cx="1186180" cy="397361"/>
          </a:xfrm>
          <a:prstGeom prst="round2Same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AU" sz="1100" dirty="0">
                <a:solidFill>
                  <a:schemeClr val="tx2"/>
                </a:solidFill>
              </a:rPr>
              <a:t>Change Management</a:t>
            </a:r>
          </a:p>
        </p:txBody>
      </p:sp>
      <p:sp>
        <p:nvSpPr>
          <p:cNvPr id="186" name="Round Same Side Corner Rectangle 185"/>
          <p:cNvSpPr/>
          <p:nvPr/>
        </p:nvSpPr>
        <p:spPr>
          <a:xfrm>
            <a:off x="6430484" y="1556189"/>
            <a:ext cx="1186180" cy="397361"/>
          </a:xfrm>
          <a:prstGeom prst="round2Same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AU" sz="1100" dirty="0">
                <a:solidFill>
                  <a:schemeClr val="tx2"/>
                </a:solidFill>
              </a:rPr>
              <a:t>Developers</a:t>
            </a:r>
          </a:p>
        </p:txBody>
      </p:sp>
      <p:sp>
        <p:nvSpPr>
          <p:cNvPr id="187" name="Round Same Side Corner Rectangle 186"/>
          <p:cNvSpPr/>
          <p:nvPr/>
        </p:nvSpPr>
        <p:spPr>
          <a:xfrm>
            <a:off x="8370604" y="1538677"/>
            <a:ext cx="1186180" cy="397361"/>
          </a:xfrm>
          <a:prstGeom prst="round2Same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AU" sz="1100" dirty="0">
                <a:solidFill>
                  <a:schemeClr val="tx2"/>
                </a:solidFill>
              </a:rPr>
              <a:t>Testers</a:t>
            </a:r>
          </a:p>
        </p:txBody>
      </p:sp>
      <p:sp>
        <p:nvSpPr>
          <p:cNvPr id="189" name="Rounded Rectangle 188"/>
          <p:cNvSpPr/>
          <p:nvPr/>
        </p:nvSpPr>
        <p:spPr>
          <a:xfrm>
            <a:off x="6399883" y="4033058"/>
            <a:ext cx="1326645" cy="507857"/>
          </a:xfrm>
          <a:prstGeom prst="roundRect">
            <a:avLst>
              <a:gd name="adj" fmla="val 10902"/>
            </a:avLst>
          </a:prstGeom>
          <a:solidFill>
            <a:schemeClr val="bg1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AU" sz="1050" b="1" dirty="0">
                <a:solidFill>
                  <a:schemeClr val="tx1"/>
                </a:solidFill>
              </a:rPr>
              <a:t>Name</a:t>
            </a:r>
          </a:p>
          <a:p>
            <a:pPr algn="ctr"/>
            <a:r>
              <a:rPr lang="en-AU" sz="1000" dirty="0">
                <a:solidFill>
                  <a:schemeClr val="tx1"/>
                </a:solidFill>
              </a:rPr>
              <a:t>Role</a:t>
            </a:r>
            <a:endParaRPr lang="en-AU" sz="1050" dirty="0">
              <a:solidFill>
                <a:schemeClr val="tx1"/>
              </a:solidFill>
            </a:endParaRPr>
          </a:p>
        </p:txBody>
      </p:sp>
      <p:cxnSp>
        <p:nvCxnSpPr>
          <p:cNvPr id="191" name="Curved Connector 190"/>
          <p:cNvCxnSpPr>
            <a:stCxn id="169" idx="2"/>
            <a:endCxn id="189" idx="0"/>
          </p:cNvCxnSpPr>
          <p:nvPr/>
        </p:nvCxnSpPr>
        <p:spPr>
          <a:xfrm rot="5400000">
            <a:off x="6853209" y="3822693"/>
            <a:ext cx="420362" cy="369"/>
          </a:xfrm>
          <a:prstGeom prst="curvedConnector3">
            <a:avLst>
              <a:gd name="adj1" fmla="val 50000"/>
            </a:avLst>
          </a:prstGeom>
          <a:ln w="12700">
            <a:solidFill>
              <a:schemeClr val="tx2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3" name="Rounded Rectangle 192"/>
          <p:cNvSpPr/>
          <p:nvPr/>
        </p:nvSpPr>
        <p:spPr>
          <a:xfrm>
            <a:off x="6400252" y="4940230"/>
            <a:ext cx="1326644" cy="507857"/>
          </a:xfrm>
          <a:prstGeom prst="roundRect">
            <a:avLst>
              <a:gd name="adj" fmla="val 10902"/>
            </a:avLst>
          </a:prstGeom>
          <a:solidFill>
            <a:schemeClr val="bg1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AU" sz="1050" b="1" dirty="0">
                <a:solidFill>
                  <a:schemeClr val="tx1"/>
                </a:solidFill>
              </a:rPr>
              <a:t>Name</a:t>
            </a:r>
          </a:p>
          <a:p>
            <a:pPr algn="ctr"/>
            <a:r>
              <a:rPr lang="en-AU" sz="1000" dirty="0">
                <a:solidFill>
                  <a:schemeClr val="tx1"/>
                </a:solidFill>
              </a:rPr>
              <a:t>Role</a:t>
            </a:r>
            <a:endParaRPr lang="en-AU" sz="1050" dirty="0">
              <a:solidFill>
                <a:schemeClr val="tx1"/>
              </a:solidFill>
            </a:endParaRPr>
          </a:p>
        </p:txBody>
      </p:sp>
      <p:cxnSp>
        <p:nvCxnSpPr>
          <p:cNvPr id="195" name="Curved Connector 194"/>
          <p:cNvCxnSpPr>
            <a:stCxn id="189" idx="2"/>
            <a:endCxn id="193" idx="0"/>
          </p:cNvCxnSpPr>
          <p:nvPr/>
        </p:nvCxnSpPr>
        <p:spPr>
          <a:xfrm rot="16200000" flipH="1">
            <a:off x="6863732" y="4740387"/>
            <a:ext cx="399315" cy="369"/>
          </a:xfrm>
          <a:prstGeom prst="curvedConnector3">
            <a:avLst>
              <a:gd name="adj1" fmla="val 50000"/>
            </a:avLst>
          </a:prstGeom>
          <a:ln w="12700">
            <a:solidFill>
              <a:schemeClr val="tx2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0" name="Rounded Rectangle 199"/>
          <p:cNvSpPr/>
          <p:nvPr/>
        </p:nvSpPr>
        <p:spPr>
          <a:xfrm>
            <a:off x="2497400" y="3055722"/>
            <a:ext cx="1326644" cy="507857"/>
          </a:xfrm>
          <a:prstGeom prst="roundRect">
            <a:avLst>
              <a:gd name="adj" fmla="val 10902"/>
            </a:avLst>
          </a:prstGeom>
          <a:solidFill>
            <a:schemeClr val="bg1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AU" sz="1050" b="1" dirty="0">
                <a:solidFill>
                  <a:schemeClr val="tx1"/>
                </a:solidFill>
              </a:rPr>
              <a:t>Name</a:t>
            </a:r>
          </a:p>
          <a:p>
            <a:pPr algn="ctr"/>
            <a:r>
              <a:rPr lang="en-AU" sz="1000" dirty="0">
                <a:solidFill>
                  <a:schemeClr val="tx1"/>
                </a:solidFill>
              </a:rPr>
              <a:t>Role</a:t>
            </a:r>
            <a:endParaRPr lang="en-AU" sz="1050" dirty="0">
              <a:solidFill>
                <a:schemeClr val="tx1"/>
              </a:solidFill>
            </a:endParaRPr>
          </a:p>
        </p:txBody>
      </p:sp>
      <p:cxnSp>
        <p:nvCxnSpPr>
          <p:cNvPr id="202" name="Curved Connector 201"/>
          <p:cNvCxnSpPr/>
          <p:nvPr/>
        </p:nvCxnSpPr>
        <p:spPr>
          <a:xfrm rot="16200000" flipH="1">
            <a:off x="2977345" y="2901105"/>
            <a:ext cx="363623" cy="935"/>
          </a:xfrm>
          <a:prstGeom prst="curvedConnector3">
            <a:avLst>
              <a:gd name="adj1" fmla="val 50000"/>
            </a:avLst>
          </a:prstGeom>
          <a:ln w="12700">
            <a:solidFill>
              <a:schemeClr val="tx2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Curved Connector 202"/>
          <p:cNvCxnSpPr>
            <a:stCxn id="180" idx="2"/>
            <a:endCxn id="209" idx="0"/>
          </p:cNvCxnSpPr>
          <p:nvPr/>
        </p:nvCxnSpPr>
        <p:spPr>
          <a:xfrm rot="5400000">
            <a:off x="8776959" y="2887014"/>
            <a:ext cx="419491" cy="369"/>
          </a:xfrm>
          <a:prstGeom prst="curvedConnector3">
            <a:avLst>
              <a:gd name="adj1" fmla="val 50000"/>
            </a:avLst>
          </a:prstGeom>
          <a:ln w="12700">
            <a:solidFill>
              <a:schemeClr val="tx2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6" name="Rounded Rectangle 205"/>
          <p:cNvSpPr/>
          <p:nvPr/>
        </p:nvSpPr>
        <p:spPr>
          <a:xfrm>
            <a:off x="4435953" y="3008090"/>
            <a:ext cx="1326645" cy="507857"/>
          </a:xfrm>
          <a:prstGeom prst="roundRect">
            <a:avLst>
              <a:gd name="adj" fmla="val 10902"/>
            </a:avLst>
          </a:prstGeom>
          <a:solidFill>
            <a:schemeClr val="bg1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AU" sz="1050" b="1" dirty="0">
                <a:solidFill>
                  <a:schemeClr val="tx1"/>
                </a:solidFill>
              </a:rPr>
              <a:t>Name</a:t>
            </a:r>
          </a:p>
          <a:p>
            <a:pPr algn="ctr"/>
            <a:r>
              <a:rPr lang="en-AU" sz="1000" dirty="0">
                <a:solidFill>
                  <a:schemeClr val="tx1"/>
                </a:solidFill>
              </a:rPr>
              <a:t>Role</a:t>
            </a:r>
            <a:endParaRPr lang="en-AU" sz="1050" dirty="0">
              <a:solidFill>
                <a:schemeClr val="tx1"/>
              </a:solidFill>
            </a:endParaRPr>
          </a:p>
        </p:txBody>
      </p:sp>
      <p:sp>
        <p:nvSpPr>
          <p:cNvPr id="209" name="Rounded Rectangle 208"/>
          <p:cNvSpPr/>
          <p:nvPr/>
        </p:nvSpPr>
        <p:spPr>
          <a:xfrm>
            <a:off x="8323196" y="3096944"/>
            <a:ext cx="1326645" cy="507857"/>
          </a:xfrm>
          <a:prstGeom prst="roundRect">
            <a:avLst>
              <a:gd name="adj" fmla="val 10902"/>
            </a:avLst>
          </a:prstGeom>
          <a:solidFill>
            <a:schemeClr val="bg1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AU" sz="1050" b="1" dirty="0">
                <a:solidFill>
                  <a:schemeClr val="tx1"/>
                </a:solidFill>
              </a:rPr>
              <a:t>Name</a:t>
            </a:r>
          </a:p>
          <a:p>
            <a:pPr algn="ctr"/>
            <a:r>
              <a:rPr lang="en-AU" sz="1000" dirty="0">
                <a:solidFill>
                  <a:schemeClr val="tx1"/>
                </a:solidFill>
              </a:rPr>
              <a:t>Role</a:t>
            </a:r>
            <a:endParaRPr lang="en-AU" sz="1050" dirty="0">
              <a:solidFill>
                <a:schemeClr val="tx1"/>
              </a:solidFill>
            </a:endParaRPr>
          </a:p>
        </p:txBody>
      </p:sp>
      <p:cxnSp>
        <p:nvCxnSpPr>
          <p:cNvPr id="212" name="Curved Connector 211"/>
          <p:cNvCxnSpPr>
            <a:stCxn id="160" idx="2"/>
            <a:endCxn id="206" idx="0"/>
          </p:cNvCxnSpPr>
          <p:nvPr/>
        </p:nvCxnSpPr>
        <p:spPr>
          <a:xfrm rot="16200000" flipH="1">
            <a:off x="4932613" y="2841426"/>
            <a:ext cx="330637" cy="2690"/>
          </a:xfrm>
          <a:prstGeom prst="curvedConnector3">
            <a:avLst>
              <a:gd name="adj1" fmla="val 50000"/>
            </a:avLst>
          </a:prstGeom>
          <a:ln w="12700">
            <a:solidFill>
              <a:schemeClr val="tx2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6" name="Rounded Rectangle 215"/>
          <p:cNvSpPr/>
          <p:nvPr/>
        </p:nvSpPr>
        <p:spPr>
          <a:xfrm>
            <a:off x="2478350" y="3927202"/>
            <a:ext cx="1360225" cy="507857"/>
          </a:xfrm>
          <a:prstGeom prst="roundRect">
            <a:avLst>
              <a:gd name="adj" fmla="val 10902"/>
            </a:avLst>
          </a:prstGeom>
          <a:solidFill>
            <a:schemeClr val="bg1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AU" sz="1050" b="1" dirty="0">
                <a:solidFill>
                  <a:schemeClr val="tx1"/>
                </a:solidFill>
              </a:rPr>
              <a:t>Name</a:t>
            </a:r>
          </a:p>
          <a:p>
            <a:pPr algn="ctr"/>
            <a:r>
              <a:rPr lang="en-AU" sz="1000" dirty="0">
                <a:solidFill>
                  <a:schemeClr val="tx1"/>
                </a:solidFill>
              </a:rPr>
              <a:t>Role</a:t>
            </a:r>
            <a:endParaRPr lang="en-AU" sz="1050" dirty="0">
              <a:solidFill>
                <a:schemeClr val="tx1"/>
              </a:solidFill>
            </a:endParaRPr>
          </a:p>
        </p:txBody>
      </p:sp>
      <p:cxnSp>
        <p:nvCxnSpPr>
          <p:cNvPr id="218" name="Curved Connector 217"/>
          <p:cNvCxnSpPr>
            <a:stCxn id="200" idx="2"/>
            <a:endCxn id="216" idx="0"/>
          </p:cNvCxnSpPr>
          <p:nvPr/>
        </p:nvCxnSpPr>
        <p:spPr>
          <a:xfrm rot="5400000">
            <a:off x="2977782" y="3744261"/>
            <a:ext cx="363623" cy="2259"/>
          </a:xfrm>
          <a:prstGeom prst="curvedConnector3">
            <a:avLst>
              <a:gd name="adj1" fmla="val 50000"/>
            </a:avLst>
          </a:prstGeom>
          <a:ln w="12700">
            <a:solidFill>
              <a:schemeClr val="tx2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91105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692</TotalTime>
  <Words>163</Words>
  <Application>Microsoft Office PowerPoint</Application>
  <PresentationFormat>A4 Paper (210x297 mm)</PresentationFormat>
  <Paragraphs>75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 McLachlan</dc:creator>
  <cp:lastModifiedBy>David McLachlan</cp:lastModifiedBy>
  <cp:revision>40</cp:revision>
  <dcterms:created xsi:type="dcterms:W3CDTF">2020-11-13T02:43:28Z</dcterms:created>
  <dcterms:modified xsi:type="dcterms:W3CDTF">2022-03-18T06:09:00Z</dcterms:modified>
</cp:coreProperties>
</file>