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5" autoAdjust="0"/>
    <p:restoredTop sz="94660"/>
  </p:normalViewPr>
  <p:slideViewPr>
    <p:cSldViewPr snapToGrid="0">
      <p:cViewPr varScale="1">
        <p:scale>
          <a:sx n="85" d="100"/>
          <a:sy n="85" d="100"/>
        </p:scale>
        <p:origin x="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6239B-682E-4DE7-A1B0-FEA1622DE54E}" type="datetimeFigureOut">
              <a:rPr lang="en-AU" smtClean="0"/>
              <a:t>2/05/2021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65362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6239B-682E-4DE7-A1B0-FEA1622DE54E}" type="datetimeFigureOut">
              <a:rPr lang="en-AU" smtClean="0"/>
              <a:t>2/05/2021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1785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6239B-682E-4DE7-A1B0-FEA1622DE54E}" type="datetimeFigureOut">
              <a:rPr lang="en-AU" smtClean="0"/>
              <a:t>2/05/2021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5860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6239B-682E-4DE7-A1B0-FEA1622DE54E}" type="datetimeFigureOut">
              <a:rPr lang="en-AU" smtClean="0"/>
              <a:t>2/05/2021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1132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6239B-682E-4DE7-A1B0-FEA1622DE54E}" type="datetimeFigureOut">
              <a:rPr lang="en-AU" smtClean="0"/>
              <a:t>2/05/2021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95986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6239B-682E-4DE7-A1B0-FEA1622DE54E}" type="datetimeFigureOut">
              <a:rPr lang="en-AU" smtClean="0"/>
              <a:t>2/05/2021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5560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6239B-682E-4DE7-A1B0-FEA1622DE54E}" type="datetimeFigureOut">
              <a:rPr lang="en-AU" smtClean="0"/>
              <a:t>2/05/2021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81329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6239B-682E-4DE7-A1B0-FEA1622DE54E}" type="datetimeFigureOut">
              <a:rPr lang="en-AU" smtClean="0"/>
              <a:t>2/05/2021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40545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6239B-682E-4DE7-A1B0-FEA1622DE54E}" type="datetimeFigureOut">
              <a:rPr lang="en-AU" smtClean="0"/>
              <a:t>2/05/2021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5304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6239B-682E-4DE7-A1B0-FEA1622DE54E}" type="datetimeFigureOut">
              <a:rPr lang="en-AU" smtClean="0"/>
              <a:t>2/05/2021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8653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6239B-682E-4DE7-A1B0-FEA1622DE54E}" type="datetimeFigureOut">
              <a:rPr lang="en-AU" smtClean="0"/>
              <a:t>2/05/2021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9787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76239B-682E-4DE7-A1B0-FEA1622DE54E}" type="datetimeFigureOut">
              <a:rPr lang="en-AU" smtClean="0"/>
              <a:t>2/05/2021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6186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383458" y="507516"/>
            <a:ext cx="11179277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83458" y="108606"/>
            <a:ext cx="37032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/>
              <a:t>Project Name:</a:t>
            </a:r>
            <a:endParaRPr lang="en-AU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7859495" y="108605"/>
            <a:ext cx="37032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2000" i="1" dirty="0" smtClean="0"/>
              <a:t>Work Breakdown Structure</a:t>
            </a:r>
            <a:endParaRPr lang="en-AU" sz="2000" i="1" dirty="0"/>
          </a:p>
        </p:txBody>
      </p:sp>
      <p:sp>
        <p:nvSpPr>
          <p:cNvPr id="13" name="Rounded Rectangle 12"/>
          <p:cNvSpPr/>
          <p:nvPr/>
        </p:nvSpPr>
        <p:spPr>
          <a:xfrm>
            <a:off x="5243123" y="983012"/>
            <a:ext cx="1283183" cy="64782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 smtClean="0">
                <a:solidFill>
                  <a:schemeClr val="tx1"/>
                </a:solidFill>
              </a:rPr>
              <a:t>Main Item</a:t>
            </a:r>
            <a:endParaRPr lang="en-AU" sz="2400" dirty="0">
              <a:solidFill>
                <a:schemeClr val="tx1"/>
              </a:solidFill>
            </a:endParaRPr>
          </a:p>
        </p:txBody>
      </p:sp>
      <p:cxnSp>
        <p:nvCxnSpPr>
          <p:cNvPr id="9" name="Curved Connector 8"/>
          <p:cNvCxnSpPr>
            <a:stCxn id="13" idx="2"/>
            <a:endCxn id="33" idx="0"/>
          </p:cNvCxnSpPr>
          <p:nvPr/>
        </p:nvCxnSpPr>
        <p:spPr>
          <a:xfrm rot="5400000">
            <a:off x="3601239" y="-29849"/>
            <a:ext cx="622791" cy="3944162"/>
          </a:xfrm>
          <a:prstGeom prst="curvedConnector3">
            <a:avLst>
              <a:gd name="adj1" fmla="val 50000"/>
            </a:avLst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urved Connector 40"/>
          <p:cNvCxnSpPr>
            <a:stCxn id="13" idx="2"/>
            <a:endCxn id="32" idx="0"/>
          </p:cNvCxnSpPr>
          <p:nvPr/>
        </p:nvCxnSpPr>
        <p:spPr>
          <a:xfrm rot="5400000">
            <a:off x="4690374" y="1059288"/>
            <a:ext cx="622792" cy="1765890"/>
          </a:xfrm>
          <a:prstGeom prst="curvedConnector3">
            <a:avLst>
              <a:gd name="adj1" fmla="val 50000"/>
            </a:avLst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urved Connector 46"/>
          <p:cNvCxnSpPr>
            <a:stCxn id="13" idx="2"/>
            <a:endCxn id="29" idx="0"/>
          </p:cNvCxnSpPr>
          <p:nvPr/>
        </p:nvCxnSpPr>
        <p:spPr>
          <a:xfrm rot="16200000" flipH="1">
            <a:off x="6468630" y="1046922"/>
            <a:ext cx="622792" cy="1790622"/>
          </a:xfrm>
          <a:prstGeom prst="curvedConnector3">
            <a:avLst>
              <a:gd name="adj1" fmla="val 50000"/>
            </a:avLst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urved Connector 47"/>
          <p:cNvCxnSpPr>
            <a:stCxn id="13" idx="2"/>
            <a:endCxn id="31" idx="0"/>
          </p:cNvCxnSpPr>
          <p:nvPr/>
        </p:nvCxnSpPr>
        <p:spPr>
          <a:xfrm rot="16200000" flipH="1">
            <a:off x="7378258" y="137293"/>
            <a:ext cx="630017" cy="3617103"/>
          </a:xfrm>
          <a:prstGeom prst="curvedConnector3">
            <a:avLst>
              <a:gd name="adj1" fmla="val 50000"/>
            </a:avLst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urved Connector 49"/>
          <p:cNvCxnSpPr>
            <a:stCxn id="13" idx="2"/>
            <a:endCxn id="30" idx="0"/>
          </p:cNvCxnSpPr>
          <p:nvPr/>
        </p:nvCxnSpPr>
        <p:spPr>
          <a:xfrm rot="5400000">
            <a:off x="5569707" y="1945845"/>
            <a:ext cx="630017" cy="12700"/>
          </a:xfrm>
          <a:prstGeom prst="curvedConnector3">
            <a:avLst>
              <a:gd name="adj1" fmla="val 50000"/>
            </a:avLst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urved Connector 50"/>
          <p:cNvCxnSpPr>
            <a:stCxn id="30" idx="2"/>
            <a:endCxn id="38" idx="0"/>
          </p:cNvCxnSpPr>
          <p:nvPr/>
        </p:nvCxnSpPr>
        <p:spPr>
          <a:xfrm rot="5400000">
            <a:off x="5717332" y="3076060"/>
            <a:ext cx="334764" cy="2"/>
          </a:xfrm>
          <a:prstGeom prst="curvedConnector3">
            <a:avLst>
              <a:gd name="adj1" fmla="val 50000"/>
            </a:avLst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urved Connector 52"/>
          <p:cNvCxnSpPr>
            <a:stCxn id="38" idx="2"/>
            <a:endCxn id="39" idx="0"/>
          </p:cNvCxnSpPr>
          <p:nvPr/>
        </p:nvCxnSpPr>
        <p:spPr>
          <a:xfrm rot="5400000">
            <a:off x="5713718" y="4062263"/>
            <a:ext cx="341990" cy="1"/>
          </a:xfrm>
          <a:prstGeom prst="curvedConnector3">
            <a:avLst>
              <a:gd name="adj1" fmla="val 50000"/>
            </a:avLst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urved Connector 53"/>
          <p:cNvCxnSpPr>
            <a:stCxn id="32" idx="2"/>
            <a:endCxn id="36" idx="0"/>
          </p:cNvCxnSpPr>
          <p:nvPr/>
        </p:nvCxnSpPr>
        <p:spPr>
          <a:xfrm rot="5400000">
            <a:off x="3947831" y="3072448"/>
            <a:ext cx="341989" cy="1"/>
          </a:xfrm>
          <a:prstGeom prst="curvedConnector3">
            <a:avLst>
              <a:gd name="adj1" fmla="val 50000"/>
            </a:avLst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urved Connector 54"/>
          <p:cNvCxnSpPr>
            <a:stCxn id="36" idx="2"/>
            <a:endCxn id="37" idx="0"/>
          </p:cNvCxnSpPr>
          <p:nvPr/>
        </p:nvCxnSpPr>
        <p:spPr>
          <a:xfrm rot="16200000" flipH="1">
            <a:off x="3951639" y="4058453"/>
            <a:ext cx="341990" cy="7620"/>
          </a:xfrm>
          <a:prstGeom prst="curvedConnector3">
            <a:avLst>
              <a:gd name="adj1" fmla="val 50000"/>
            </a:avLst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urved Connector 58"/>
          <p:cNvCxnSpPr>
            <a:stCxn id="37" idx="2"/>
            <a:endCxn id="42" idx="0"/>
          </p:cNvCxnSpPr>
          <p:nvPr/>
        </p:nvCxnSpPr>
        <p:spPr>
          <a:xfrm rot="16200000" flipH="1">
            <a:off x="3959259" y="5048268"/>
            <a:ext cx="341990" cy="7620"/>
          </a:xfrm>
          <a:prstGeom prst="curvedConnector3">
            <a:avLst>
              <a:gd name="adj1" fmla="val 50000"/>
            </a:avLst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urved Connector 61"/>
          <p:cNvCxnSpPr>
            <a:stCxn id="33" idx="2"/>
            <a:endCxn id="34" idx="0"/>
          </p:cNvCxnSpPr>
          <p:nvPr/>
        </p:nvCxnSpPr>
        <p:spPr>
          <a:xfrm rot="5400000">
            <a:off x="1311807" y="2614697"/>
            <a:ext cx="341990" cy="915502"/>
          </a:xfrm>
          <a:prstGeom prst="curvedConnector3">
            <a:avLst>
              <a:gd name="adj1" fmla="val 50000"/>
            </a:avLst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urved Connector 64"/>
          <p:cNvCxnSpPr>
            <a:stCxn id="34" idx="2"/>
            <a:endCxn id="35" idx="0"/>
          </p:cNvCxnSpPr>
          <p:nvPr/>
        </p:nvCxnSpPr>
        <p:spPr>
          <a:xfrm rot="5400000">
            <a:off x="854056" y="4062263"/>
            <a:ext cx="341990" cy="1"/>
          </a:xfrm>
          <a:prstGeom prst="curvedConnector3">
            <a:avLst>
              <a:gd name="adj1" fmla="val 50000"/>
            </a:avLst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urved Connector 67"/>
          <p:cNvCxnSpPr>
            <a:stCxn id="29" idx="2"/>
            <a:endCxn id="40" idx="0"/>
          </p:cNvCxnSpPr>
          <p:nvPr/>
        </p:nvCxnSpPr>
        <p:spPr>
          <a:xfrm rot="16200000" flipH="1">
            <a:off x="7508153" y="3068638"/>
            <a:ext cx="341989" cy="7620"/>
          </a:xfrm>
          <a:prstGeom prst="curvedConnector3">
            <a:avLst>
              <a:gd name="adj1" fmla="val 50000"/>
            </a:avLst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urved Connector 70"/>
          <p:cNvCxnSpPr>
            <a:stCxn id="31" idx="2"/>
            <a:endCxn id="43" idx="0"/>
          </p:cNvCxnSpPr>
          <p:nvPr/>
        </p:nvCxnSpPr>
        <p:spPr>
          <a:xfrm rot="5400000">
            <a:off x="9334436" y="3076061"/>
            <a:ext cx="334764" cy="1"/>
          </a:xfrm>
          <a:prstGeom prst="curvedConnector3">
            <a:avLst>
              <a:gd name="adj1" fmla="val 50000"/>
            </a:avLst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urved Connector 73"/>
          <p:cNvCxnSpPr>
            <a:stCxn id="43" idx="2"/>
            <a:endCxn id="44" idx="0"/>
          </p:cNvCxnSpPr>
          <p:nvPr/>
        </p:nvCxnSpPr>
        <p:spPr>
          <a:xfrm rot="16200000" flipH="1">
            <a:off x="9338245" y="4054840"/>
            <a:ext cx="334764" cy="7620"/>
          </a:xfrm>
          <a:prstGeom prst="curvedConnector3">
            <a:avLst>
              <a:gd name="adj1" fmla="val 50000"/>
            </a:avLst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urved Connector 76"/>
          <p:cNvCxnSpPr>
            <a:stCxn id="44" idx="2"/>
            <a:endCxn id="45" idx="0"/>
          </p:cNvCxnSpPr>
          <p:nvPr/>
        </p:nvCxnSpPr>
        <p:spPr>
          <a:xfrm rot="5400000">
            <a:off x="9342055" y="5041239"/>
            <a:ext cx="334764" cy="1"/>
          </a:xfrm>
          <a:prstGeom prst="curvedConnector3">
            <a:avLst>
              <a:gd name="adj1" fmla="val 50000"/>
            </a:avLst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urved Connector 99"/>
          <p:cNvCxnSpPr>
            <a:stCxn id="33" idx="2"/>
            <a:endCxn id="98" idx="0"/>
          </p:cNvCxnSpPr>
          <p:nvPr/>
        </p:nvCxnSpPr>
        <p:spPr>
          <a:xfrm rot="16200000" flipH="1">
            <a:off x="2054526" y="2787480"/>
            <a:ext cx="341990" cy="569936"/>
          </a:xfrm>
          <a:prstGeom prst="curvedConnector3">
            <a:avLst>
              <a:gd name="adj1" fmla="val 50000"/>
            </a:avLst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urved Connector 102"/>
          <p:cNvCxnSpPr>
            <a:stCxn id="98" idx="2"/>
            <a:endCxn id="99" idx="0"/>
          </p:cNvCxnSpPr>
          <p:nvPr/>
        </p:nvCxnSpPr>
        <p:spPr>
          <a:xfrm rot="5400000">
            <a:off x="2339494" y="4062263"/>
            <a:ext cx="341990" cy="1"/>
          </a:xfrm>
          <a:prstGeom prst="curvedConnector3">
            <a:avLst>
              <a:gd name="adj1" fmla="val 50000"/>
            </a:avLst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urved Connector 106"/>
          <p:cNvCxnSpPr>
            <a:stCxn id="31" idx="2"/>
            <a:endCxn id="106" idx="0"/>
          </p:cNvCxnSpPr>
          <p:nvPr/>
        </p:nvCxnSpPr>
        <p:spPr>
          <a:xfrm rot="16200000" flipH="1">
            <a:off x="10114496" y="2296000"/>
            <a:ext cx="334500" cy="1559857"/>
          </a:xfrm>
          <a:prstGeom prst="curvedConnector3">
            <a:avLst>
              <a:gd name="adj1" fmla="val 50000"/>
            </a:avLst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urved Connector 110"/>
          <p:cNvCxnSpPr>
            <a:stCxn id="106" idx="2"/>
            <a:endCxn id="110" idx="0"/>
          </p:cNvCxnSpPr>
          <p:nvPr/>
        </p:nvCxnSpPr>
        <p:spPr>
          <a:xfrm rot="16200000" flipH="1">
            <a:off x="10892537" y="4060141"/>
            <a:ext cx="347241" cy="8965"/>
          </a:xfrm>
          <a:prstGeom prst="curvedConnector3">
            <a:avLst>
              <a:gd name="adj1" fmla="val 50000"/>
            </a:avLst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3" name="Group 152"/>
          <p:cNvGrpSpPr/>
          <p:nvPr/>
        </p:nvGrpSpPr>
        <p:grpSpPr>
          <a:xfrm>
            <a:off x="1298961" y="2253628"/>
            <a:ext cx="1283183" cy="647825"/>
            <a:chOff x="1298961" y="2253628"/>
            <a:chExt cx="1283183" cy="647825"/>
          </a:xfrm>
        </p:grpSpPr>
        <p:sp>
          <p:nvSpPr>
            <p:cNvPr id="33" name="Rounded Rectangle 32"/>
            <p:cNvSpPr/>
            <p:nvPr/>
          </p:nvSpPr>
          <p:spPr>
            <a:xfrm>
              <a:off x="1298961" y="2253628"/>
              <a:ext cx="1283183" cy="647825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1200" dirty="0" smtClean="0">
                  <a:solidFill>
                    <a:schemeClr val="tx1"/>
                  </a:solidFill>
                </a:rPr>
                <a:t>Next Items</a:t>
              </a:r>
              <a:endParaRPr lang="en-AU" sz="2400" dirty="0">
                <a:solidFill>
                  <a:schemeClr val="tx1"/>
                </a:solidFill>
              </a:endParaRP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1351432" y="2313464"/>
              <a:ext cx="296159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AU" sz="900" b="1" dirty="0" smtClean="0">
                  <a:solidFill>
                    <a:schemeClr val="tx2"/>
                  </a:solidFill>
                </a:rPr>
                <a:t>1.</a:t>
              </a:r>
              <a:endParaRPr lang="en-AU" sz="900" b="1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154" name="Group 153"/>
          <p:cNvGrpSpPr/>
          <p:nvPr/>
        </p:nvGrpSpPr>
        <p:grpSpPr>
          <a:xfrm>
            <a:off x="383459" y="3243443"/>
            <a:ext cx="1283183" cy="647825"/>
            <a:chOff x="383459" y="3243443"/>
            <a:chExt cx="1283183" cy="647825"/>
          </a:xfrm>
        </p:grpSpPr>
        <p:sp>
          <p:nvSpPr>
            <p:cNvPr id="34" name="Rounded Rectangle 33"/>
            <p:cNvSpPr/>
            <p:nvPr/>
          </p:nvSpPr>
          <p:spPr>
            <a:xfrm>
              <a:off x="383459" y="3243443"/>
              <a:ext cx="1283183" cy="647825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1200" dirty="0">
                  <a:solidFill>
                    <a:schemeClr val="tx1"/>
                  </a:solidFill>
                </a:rPr>
                <a:t>Subsequent Items</a:t>
              </a:r>
              <a:endParaRPr lang="en-AU" sz="2400" dirty="0">
                <a:solidFill>
                  <a:schemeClr val="tx1"/>
                </a:solidFill>
              </a:endParaRP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444652" y="3296444"/>
              <a:ext cx="296159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AU" sz="900" b="1" dirty="0" smtClean="0">
                  <a:solidFill>
                    <a:schemeClr val="tx2"/>
                  </a:solidFill>
                </a:rPr>
                <a:t>1.1</a:t>
              </a:r>
              <a:endParaRPr lang="en-AU" sz="900" b="1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155" name="Group 154"/>
          <p:cNvGrpSpPr/>
          <p:nvPr/>
        </p:nvGrpSpPr>
        <p:grpSpPr>
          <a:xfrm>
            <a:off x="383458" y="4233258"/>
            <a:ext cx="1283183" cy="647825"/>
            <a:chOff x="383458" y="4233258"/>
            <a:chExt cx="1283183" cy="647825"/>
          </a:xfrm>
        </p:grpSpPr>
        <p:sp>
          <p:nvSpPr>
            <p:cNvPr id="35" name="Rounded Rectangle 34"/>
            <p:cNvSpPr/>
            <p:nvPr/>
          </p:nvSpPr>
          <p:spPr>
            <a:xfrm>
              <a:off x="383458" y="4233258"/>
              <a:ext cx="1283183" cy="647825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1200" dirty="0">
                  <a:solidFill>
                    <a:schemeClr val="tx1"/>
                  </a:solidFill>
                </a:rPr>
                <a:t>Subsequent Items</a:t>
              </a:r>
              <a:endParaRPr lang="en-AU" sz="2400" dirty="0">
                <a:solidFill>
                  <a:schemeClr val="tx1"/>
                </a:solidFill>
              </a:endParaRP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444651" y="4263399"/>
              <a:ext cx="296159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AU" sz="900" b="1" dirty="0" smtClean="0">
                  <a:solidFill>
                    <a:schemeClr val="tx2"/>
                  </a:solidFill>
                </a:rPr>
                <a:t>1.1.1</a:t>
              </a:r>
              <a:endParaRPr lang="en-AU" sz="900" b="1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152" name="Group 151"/>
          <p:cNvGrpSpPr/>
          <p:nvPr/>
        </p:nvGrpSpPr>
        <p:grpSpPr>
          <a:xfrm>
            <a:off x="1868897" y="3243443"/>
            <a:ext cx="1283183" cy="647825"/>
            <a:chOff x="1824072" y="3243443"/>
            <a:chExt cx="1283183" cy="647825"/>
          </a:xfrm>
        </p:grpSpPr>
        <p:sp>
          <p:nvSpPr>
            <p:cNvPr id="98" name="Rounded Rectangle 97"/>
            <p:cNvSpPr/>
            <p:nvPr/>
          </p:nvSpPr>
          <p:spPr>
            <a:xfrm>
              <a:off x="1824072" y="3243443"/>
              <a:ext cx="1283183" cy="647825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1200" dirty="0">
                  <a:solidFill>
                    <a:schemeClr val="tx1"/>
                  </a:solidFill>
                </a:rPr>
                <a:t>Subsequent Items</a:t>
              </a:r>
              <a:endParaRPr lang="en-AU" sz="2400" dirty="0">
                <a:solidFill>
                  <a:schemeClr val="tx1"/>
                </a:solidFill>
              </a:endParaRP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1882694" y="3275938"/>
              <a:ext cx="296159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AU" sz="900" b="1" dirty="0" smtClean="0">
                  <a:solidFill>
                    <a:schemeClr val="tx2"/>
                  </a:solidFill>
                </a:rPr>
                <a:t>1.2</a:t>
              </a:r>
              <a:endParaRPr lang="en-AU" sz="900" b="1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151" name="Group 150"/>
          <p:cNvGrpSpPr/>
          <p:nvPr/>
        </p:nvGrpSpPr>
        <p:grpSpPr>
          <a:xfrm>
            <a:off x="1868896" y="4233258"/>
            <a:ext cx="1283183" cy="647825"/>
            <a:chOff x="1824071" y="4233258"/>
            <a:chExt cx="1283183" cy="647825"/>
          </a:xfrm>
        </p:grpSpPr>
        <p:sp>
          <p:nvSpPr>
            <p:cNvPr id="99" name="Rounded Rectangle 98"/>
            <p:cNvSpPr/>
            <p:nvPr/>
          </p:nvSpPr>
          <p:spPr>
            <a:xfrm>
              <a:off x="1824071" y="4233258"/>
              <a:ext cx="1283183" cy="647825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1200" dirty="0">
                  <a:solidFill>
                    <a:schemeClr val="tx1"/>
                  </a:solidFill>
                </a:rPr>
                <a:t>Subsequent Items</a:t>
              </a:r>
              <a:endParaRPr lang="en-AU" sz="2400" dirty="0">
                <a:solidFill>
                  <a:schemeClr val="tx1"/>
                </a:solidFill>
              </a:endParaRPr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1890314" y="4252386"/>
              <a:ext cx="296159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AU" sz="900" b="1" dirty="0" smtClean="0">
                  <a:solidFill>
                    <a:schemeClr val="tx2"/>
                  </a:solidFill>
                </a:rPr>
                <a:t>1.2.1</a:t>
              </a:r>
              <a:endParaRPr lang="en-AU" sz="900" b="1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147" name="Group 146"/>
          <p:cNvGrpSpPr/>
          <p:nvPr/>
        </p:nvGrpSpPr>
        <p:grpSpPr>
          <a:xfrm>
            <a:off x="3477233" y="2253629"/>
            <a:ext cx="1283183" cy="647825"/>
            <a:chOff x="3477233" y="2253629"/>
            <a:chExt cx="1283183" cy="647825"/>
          </a:xfrm>
        </p:grpSpPr>
        <p:sp>
          <p:nvSpPr>
            <p:cNvPr id="32" name="Rounded Rectangle 31"/>
            <p:cNvSpPr/>
            <p:nvPr/>
          </p:nvSpPr>
          <p:spPr>
            <a:xfrm>
              <a:off x="3477233" y="2253629"/>
              <a:ext cx="1283183" cy="647825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1200" dirty="0" smtClean="0">
                  <a:solidFill>
                    <a:schemeClr val="tx1"/>
                  </a:solidFill>
                </a:rPr>
                <a:t>Next Items</a:t>
              </a:r>
              <a:endParaRPr lang="en-AU" sz="2400" dirty="0">
                <a:solidFill>
                  <a:schemeClr val="tx1"/>
                </a:solidFill>
              </a:endParaRP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3558360" y="2313463"/>
              <a:ext cx="296159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AU" sz="900" b="1" dirty="0" smtClean="0">
                  <a:solidFill>
                    <a:schemeClr val="tx2"/>
                  </a:solidFill>
                </a:rPr>
                <a:t>#.</a:t>
              </a:r>
              <a:endParaRPr lang="en-AU" sz="900" b="1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148" name="Group 147"/>
          <p:cNvGrpSpPr/>
          <p:nvPr/>
        </p:nvGrpSpPr>
        <p:grpSpPr>
          <a:xfrm>
            <a:off x="3477232" y="3243443"/>
            <a:ext cx="1283183" cy="647825"/>
            <a:chOff x="3477232" y="3243443"/>
            <a:chExt cx="1283183" cy="647825"/>
          </a:xfrm>
        </p:grpSpPr>
        <p:sp>
          <p:nvSpPr>
            <p:cNvPr id="36" name="Rounded Rectangle 35"/>
            <p:cNvSpPr/>
            <p:nvPr/>
          </p:nvSpPr>
          <p:spPr>
            <a:xfrm>
              <a:off x="3477232" y="3243443"/>
              <a:ext cx="1283183" cy="647825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1200" dirty="0" smtClean="0">
                  <a:solidFill>
                    <a:schemeClr val="tx1"/>
                  </a:solidFill>
                </a:rPr>
                <a:t>Subsequent Items</a:t>
              </a:r>
              <a:endParaRPr lang="en-AU" sz="2400" dirty="0">
                <a:solidFill>
                  <a:schemeClr val="tx1"/>
                </a:solidFill>
              </a:endParaRP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3539522" y="3294766"/>
              <a:ext cx="296159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AU" sz="900" b="1" dirty="0" smtClean="0">
                  <a:solidFill>
                    <a:schemeClr val="tx2"/>
                  </a:solidFill>
                </a:rPr>
                <a:t>#.</a:t>
              </a:r>
              <a:endParaRPr lang="en-AU" sz="900" b="1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149" name="Group 148"/>
          <p:cNvGrpSpPr/>
          <p:nvPr/>
        </p:nvGrpSpPr>
        <p:grpSpPr>
          <a:xfrm>
            <a:off x="3484852" y="4233258"/>
            <a:ext cx="1283183" cy="647825"/>
            <a:chOff x="3477232" y="4233258"/>
            <a:chExt cx="1283183" cy="647825"/>
          </a:xfrm>
        </p:grpSpPr>
        <p:sp>
          <p:nvSpPr>
            <p:cNvPr id="37" name="Rounded Rectangle 36"/>
            <p:cNvSpPr/>
            <p:nvPr/>
          </p:nvSpPr>
          <p:spPr>
            <a:xfrm>
              <a:off x="3477232" y="4233258"/>
              <a:ext cx="1283183" cy="647825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1200" dirty="0">
                  <a:solidFill>
                    <a:schemeClr val="tx1"/>
                  </a:solidFill>
                </a:rPr>
                <a:t>Subsequent Items</a:t>
              </a:r>
              <a:endParaRPr lang="en-AU" sz="2400" dirty="0">
                <a:solidFill>
                  <a:schemeClr val="tx1"/>
                </a:solidFill>
              </a:endParaRPr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3552584" y="4263398"/>
              <a:ext cx="296159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AU" sz="900" b="1" dirty="0" smtClean="0">
                  <a:solidFill>
                    <a:schemeClr val="tx2"/>
                  </a:solidFill>
                </a:rPr>
                <a:t>#.</a:t>
              </a:r>
              <a:endParaRPr lang="en-AU" sz="900" b="1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150" name="Group 149"/>
          <p:cNvGrpSpPr/>
          <p:nvPr/>
        </p:nvGrpSpPr>
        <p:grpSpPr>
          <a:xfrm>
            <a:off x="3492472" y="5223073"/>
            <a:ext cx="1283183" cy="647825"/>
            <a:chOff x="3477232" y="5223073"/>
            <a:chExt cx="1283183" cy="647825"/>
          </a:xfrm>
        </p:grpSpPr>
        <p:sp>
          <p:nvSpPr>
            <p:cNvPr id="42" name="Rounded Rectangle 41"/>
            <p:cNvSpPr/>
            <p:nvPr/>
          </p:nvSpPr>
          <p:spPr>
            <a:xfrm>
              <a:off x="3477232" y="5223073"/>
              <a:ext cx="1283183" cy="647825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1200" dirty="0" smtClean="0">
                  <a:solidFill>
                    <a:schemeClr val="tx1"/>
                  </a:solidFill>
                </a:rPr>
                <a:t>Subsequent Items</a:t>
              </a:r>
              <a:endParaRPr lang="en-AU" sz="2400" dirty="0">
                <a:solidFill>
                  <a:schemeClr val="tx1"/>
                </a:solidFill>
              </a:endParaRP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3552584" y="5229423"/>
              <a:ext cx="296159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AU" sz="900" b="1" dirty="0" smtClean="0">
                  <a:solidFill>
                    <a:schemeClr val="tx2"/>
                  </a:solidFill>
                </a:rPr>
                <a:t>#.</a:t>
              </a:r>
              <a:endParaRPr lang="en-AU" sz="900" b="1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145" name="Group 144"/>
          <p:cNvGrpSpPr/>
          <p:nvPr/>
        </p:nvGrpSpPr>
        <p:grpSpPr>
          <a:xfrm>
            <a:off x="5243123" y="2260854"/>
            <a:ext cx="1283183" cy="647825"/>
            <a:chOff x="5243123" y="2260854"/>
            <a:chExt cx="1283183" cy="647825"/>
          </a:xfrm>
        </p:grpSpPr>
        <p:sp>
          <p:nvSpPr>
            <p:cNvPr id="30" name="Rounded Rectangle 29"/>
            <p:cNvSpPr/>
            <p:nvPr/>
          </p:nvSpPr>
          <p:spPr>
            <a:xfrm>
              <a:off x="5243123" y="2260854"/>
              <a:ext cx="1283183" cy="647825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1200" dirty="0">
                  <a:solidFill>
                    <a:schemeClr val="tx1"/>
                  </a:solidFill>
                </a:rPr>
                <a:t>Next Items</a:t>
              </a:r>
              <a:endParaRPr lang="en-AU" sz="2400" dirty="0">
                <a:solidFill>
                  <a:schemeClr val="tx1"/>
                </a:solidFill>
              </a:endParaRP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5322528" y="2313463"/>
              <a:ext cx="296159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AU" sz="900" b="1" dirty="0" smtClean="0">
                  <a:solidFill>
                    <a:schemeClr val="tx2"/>
                  </a:solidFill>
                </a:rPr>
                <a:t>#.</a:t>
              </a:r>
              <a:endParaRPr lang="en-AU" sz="900" b="1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144" name="Group 143"/>
          <p:cNvGrpSpPr/>
          <p:nvPr/>
        </p:nvGrpSpPr>
        <p:grpSpPr>
          <a:xfrm>
            <a:off x="5243121" y="3243443"/>
            <a:ext cx="1283183" cy="647825"/>
            <a:chOff x="5243121" y="3243443"/>
            <a:chExt cx="1283183" cy="647825"/>
          </a:xfrm>
        </p:grpSpPr>
        <p:sp>
          <p:nvSpPr>
            <p:cNvPr id="38" name="Rounded Rectangle 37"/>
            <p:cNvSpPr/>
            <p:nvPr/>
          </p:nvSpPr>
          <p:spPr>
            <a:xfrm>
              <a:off x="5243121" y="3243443"/>
              <a:ext cx="1283183" cy="647825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1200" dirty="0" smtClean="0">
                  <a:solidFill>
                    <a:schemeClr val="tx1"/>
                  </a:solidFill>
                </a:rPr>
                <a:t>Subsequent Items</a:t>
              </a:r>
              <a:endParaRPr lang="en-AU" sz="2400" dirty="0">
                <a:solidFill>
                  <a:schemeClr val="tx1"/>
                </a:solidFill>
              </a:endParaRPr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5322528" y="3265033"/>
              <a:ext cx="296159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AU" sz="900" b="1" dirty="0" smtClean="0">
                  <a:solidFill>
                    <a:schemeClr val="tx2"/>
                  </a:solidFill>
                </a:rPr>
                <a:t>#.</a:t>
              </a:r>
              <a:endParaRPr lang="en-AU" sz="900" b="1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146" name="Group 145"/>
          <p:cNvGrpSpPr/>
          <p:nvPr/>
        </p:nvGrpSpPr>
        <p:grpSpPr>
          <a:xfrm>
            <a:off x="5243120" y="4233258"/>
            <a:ext cx="1283183" cy="647825"/>
            <a:chOff x="5243120" y="4233258"/>
            <a:chExt cx="1283183" cy="647825"/>
          </a:xfrm>
        </p:grpSpPr>
        <p:sp>
          <p:nvSpPr>
            <p:cNvPr id="39" name="Rounded Rectangle 38"/>
            <p:cNvSpPr/>
            <p:nvPr/>
          </p:nvSpPr>
          <p:spPr>
            <a:xfrm>
              <a:off x="5243120" y="4233258"/>
              <a:ext cx="1283183" cy="647825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1200" dirty="0" smtClean="0">
                  <a:solidFill>
                    <a:schemeClr val="tx1"/>
                  </a:solidFill>
                </a:rPr>
                <a:t>Subsequent Items</a:t>
              </a:r>
              <a:endParaRPr lang="en-AU" sz="2400" dirty="0">
                <a:solidFill>
                  <a:schemeClr val="tx1"/>
                </a:solidFill>
              </a:endParaRPr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5322528" y="4247228"/>
              <a:ext cx="296159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AU" sz="900" b="1" dirty="0" smtClean="0">
                  <a:solidFill>
                    <a:schemeClr val="tx2"/>
                  </a:solidFill>
                </a:rPr>
                <a:t>#.</a:t>
              </a:r>
              <a:endParaRPr lang="en-AU" sz="900" b="1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143" name="Group 142"/>
          <p:cNvGrpSpPr/>
          <p:nvPr/>
        </p:nvGrpSpPr>
        <p:grpSpPr>
          <a:xfrm>
            <a:off x="7033745" y="2253629"/>
            <a:ext cx="1283183" cy="647825"/>
            <a:chOff x="7033745" y="2253629"/>
            <a:chExt cx="1283183" cy="647825"/>
          </a:xfrm>
        </p:grpSpPr>
        <p:sp>
          <p:nvSpPr>
            <p:cNvPr id="29" name="Rounded Rectangle 28"/>
            <p:cNvSpPr/>
            <p:nvPr/>
          </p:nvSpPr>
          <p:spPr>
            <a:xfrm>
              <a:off x="7033745" y="2253629"/>
              <a:ext cx="1283183" cy="647825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1200" dirty="0">
                  <a:solidFill>
                    <a:schemeClr val="tx1"/>
                  </a:solidFill>
                </a:rPr>
                <a:t>Next Items</a:t>
              </a:r>
              <a:endParaRPr lang="en-AU" sz="2400" dirty="0">
                <a:solidFill>
                  <a:schemeClr val="tx1"/>
                </a:solidFill>
              </a:endParaRPr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7094336" y="2298488"/>
              <a:ext cx="296159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AU" sz="900" b="1" dirty="0" smtClean="0">
                  <a:solidFill>
                    <a:schemeClr val="tx2"/>
                  </a:solidFill>
                </a:rPr>
                <a:t>#.</a:t>
              </a:r>
              <a:endParaRPr lang="en-AU" sz="900" b="1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142" name="Group 141"/>
          <p:cNvGrpSpPr/>
          <p:nvPr/>
        </p:nvGrpSpPr>
        <p:grpSpPr>
          <a:xfrm>
            <a:off x="7041365" y="3243443"/>
            <a:ext cx="1283183" cy="647825"/>
            <a:chOff x="7033745" y="3243443"/>
            <a:chExt cx="1283183" cy="647825"/>
          </a:xfrm>
        </p:grpSpPr>
        <p:sp>
          <p:nvSpPr>
            <p:cNvPr id="40" name="Rounded Rectangle 39"/>
            <p:cNvSpPr/>
            <p:nvPr/>
          </p:nvSpPr>
          <p:spPr>
            <a:xfrm>
              <a:off x="7033745" y="3243443"/>
              <a:ext cx="1283183" cy="647825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1200" dirty="0" smtClean="0">
                  <a:solidFill>
                    <a:schemeClr val="tx1"/>
                  </a:solidFill>
                </a:rPr>
                <a:t>Subsequent Items</a:t>
              </a:r>
              <a:endParaRPr lang="en-AU" sz="2400" dirty="0">
                <a:solidFill>
                  <a:schemeClr val="tx1"/>
                </a:solidFill>
              </a:endParaRPr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7094336" y="3275937"/>
              <a:ext cx="296159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AU" sz="900" b="1" dirty="0" smtClean="0">
                  <a:solidFill>
                    <a:schemeClr val="tx2"/>
                  </a:solidFill>
                </a:rPr>
                <a:t>#.</a:t>
              </a:r>
              <a:endParaRPr lang="en-AU" sz="900" b="1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138" name="Group 137"/>
          <p:cNvGrpSpPr/>
          <p:nvPr/>
        </p:nvGrpSpPr>
        <p:grpSpPr>
          <a:xfrm>
            <a:off x="8860226" y="2260854"/>
            <a:ext cx="1283183" cy="647825"/>
            <a:chOff x="8860226" y="2260854"/>
            <a:chExt cx="1283183" cy="647825"/>
          </a:xfrm>
        </p:grpSpPr>
        <p:sp>
          <p:nvSpPr>
            <p:cNvPr id="31" name="Rounded Rectangle 30"/>
            <p:cNvSpPr/>
            <p:nvPr/>
          </p:nvSpPr>
          <p:spPr>
            <a:xfrm>
              <a:off x="8860226" y="2260854"/>
              <a:ext cx="1283183" cy="647825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1200" dirty="0">
                  <a:solidFill>
                    <a:schemeClr val="tx1"/>
                  </a:solidFill>
                </a:rPr>
                <a:t>Next Items</a:t>
              </a:r>
              <a:endParaRPr lang="en-AU" sz="2400" dirty="0">
                <a:solidFill>
                  <a:schemeClr val="tx1"/>
                </a:solidFill>
              </a:endParaRPr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8930756" y="2291799"/>
              <a:ext cx="296159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AU" sz="900" b="1" dirty="0" smtClean="0">
                  <a:solidFill>
                    <a:schemeClr val="tx2"/>
                  </a:solidFill>
                </a:rPr>
                <a:t>#.</a:t>
              </a:r>
              <a:endParaRPr lang="en-AU" sz="900" b="1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139" name="Group 138"/>
          <p:cNvGrpSpPr/>
          <p:nvPr/>
        </p:nvGrpSpPr>
        <p:grpSpPr>
          <a:xfrm>
            <a:off x="8860225" y="3243443"/>
            <a:ext cx="1283183" cy="647825"/>
            <a:chOff x="8860225" y="3243443"/>
            <a:chExt cx="1283183" cy="647825"/>
          </a:xfrm>
        </p:grpSpPr>
        <p:sp>
          <p:nvSpPr>
            <p:cNvPr id="43" name="Rounded Rectangle 42"/>
            <p:cNvSpPr/>
            <p:nvPr/>
          </p:nvSpPr>
          <p:spPr>
            <a:xfrm>
              <a:off x="8860225" y="3243443"/>
              <a:ext cx="1283183" cy="647825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1200" dirty="0" smtClean="0">
                  <a:solidFill>
                    <a:schemeClr val="tx1"/>
                  </a:solidFill>
                </a:rPr>
                <a:t>Subsequent Items</a:t>
              </a:r>
              <a:endParaRPr lang="en-AU" sz="2400" dirty="0">
                <a:solidFill>
                  <a:schemeClr val="tx1"/>
                </a:solidFill>
              </a:endParaRPr>
            </a:p>
          </p:txBody>
        </p:sp>
        <p:sp>
          <p:nvSpPr>
            <p:cNvPr id="131" name="TextBox 130"/>
            <p:cNvSpPr txBox="1"/>
            <p:nvPr/>
          </p:nvSpPr>
          <p:spPr>
            <a:xfrm>
              <a:off x="8930756" y="3259786"/>
              <a:ext cx="296159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AU" sz="900" b="1" dirty="0" smtClean="0">
                  <a:solidFill>
                    <a:schemeClr val="tx2"/>
                  </a:solidFill>
                </a:rPr>
                <a:t>#.</a:t>
              </a:r>
              <a:endParaRPr lang="en-AU" sz="900" b="1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140" name="Group 139"/>
          <p:cNvGrpSpPr/>
          <p:nvPr/>
        </p:nvGrpSpPr>
        <p:grpSpPr>
          <a:xfrm>
            <a:off x="8867845" y="4226032"/>
            <a:ext cx="1283183" cy="647825"/>
            <a:chOff x="8860225" y="4226032"/>
            <a:chExt cx="1283183" cy="647825"/>
          </a:xfrm>
        </p:grpSpPr>
        <p:sp>
          <p:nvSpPr>
            <p:cNvPr id="44" name="Rounded Rectangle 43"/>
            <p:cNvSpPr/>
            <p:nvPr/>
          </p:nvSpPr>
          <p:spPr>
            <a:xfrm>
              <a:off x="8860225" y="4226032"/>
              <a:ext cx="1283183" cy="647825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1200" dirty="0" smtClean="0">
                  <a:solidFill>
                    <a:schemeClr val="tx1"/>
                  </a:solidFill>
                </a:rPr>
                <a:t>Subsequent Items</a:t>
              </a:r>
              <a:endParaRPr lang="en-AU" sz="2400" dirty="0">
                <a:solidFill>
                  <a:schemeClr val="tx1"/>
                </a:solidFill>
              </a:endParaRPr>
            </a:p>
          </p:txBody>
        </p:sp>
        <p:sp>
          <p:nvSpPr>
            <p:cNvPr id="132" name="TextBox 131"/>
            <p:cNvSpPr txBox="1"/>
            <p:nvPr/>
          </p:nvSpPr>
          <p:spPr>
            <a:xfrm>
              <a:off x="8930756" y="4245756"/>
              <a:ext cx="296159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AU" sz="900" b="1" dirty="0" smtClean="0">
                  <a:solidFill>
                    <a:schemeClr val="tx2"/>
                  </a:solidFill>
                </a:rPr>
                <a:t>#.</a:t>
              </a:r>
              <a:endParaRPr lang="en-AU" sz="900" b="1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141" name="Group 140"/>
          <p:cNvGrpSpPr/>
          <p:nvPr/>
        </p:nvGrpSpPr>
        <p:grpSpPr>
          <a:xfrm>
            <a:off x="8867844" y="5208621"/>
            <a:ext cx="1283183" cy="647825"/>
            <a:chOff x="8860224" y="5208621"/>
            <a:chExt cx="1283183" cy="647825"/>
          </a:xfrm>
        </p:grpSpPr>
        <p:sp>
          <p:nvSpPr>
            <p:cNvPr id="45" name="Rounded Rectangle 44"/>
            <p:cNvSpPr/>
            <p:nvPr/>
          </p:nvSpPr>
          <p:spPr>
            <a:xfrm>
              <a:off x="8860224" y="5208621"/>
              <a:ext cx="1283183" cy="647825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1200" dirty="0" smtClean="0">
                  <a:solidFill>
                    <a:schemeClr val="tx1"/>
                  </a:solidFill>
                </a:rPr>
                <a:t>Subsequent Items</a:t>
              </a:r>
              <a:endParaRPr lang="en-AU" sz="2400" dirty="0">
                <a:solidFill>
                  <a:schemeClr val="tx1"/>
                </a:solidFill>
              </a:endParaRPr>
            </a:p>
          </p:txBody>
        </p:sp>
        <p:sp>
          <p:nvSpPr>
            <p:cNvPr id="133" name="TextBox 132"/>
            <p:cNvSpPr txBox="1"/>
            <p:nvPr/>
          </p:nvSpPr>
          <p:spPr>
            <a:xfrm>
              <a:off x="8930756" y="5233555"/>
              <a:ext cx="296159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AU" sz="900" b="1" dirty="0" smtClean="0">
                  <a:solidFill>
                    <a:schemeClr val="tx2"/>
                  </a:solidFill>
                </a:rPr>
                <a:t>#.</a:t>
              </a:r>
              <a:endParaRPr lang="en-AU" sz="900" b="1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137" name="Group 136"/>
          <p:cNvGrpSpPr/>
          <p:nvPr/>
        </p:nvGrpSpPr>
        <p:grpSpPr>
          <a:xfrm>
            <a:off x="10420083" y="3243179"/>
            <a:ext cx="1283183" cy="647825"/>
            <a:chOff x="10420083" y="3243179"/>
            <a:chExt cx="1283183" cy="647825"/>
          </a:xfrm>
        </p:grpSpPr>
        <p:sp>
          <p:nvSpPr>
            <p:cNvPr id="106" name="Rounded Rectangle 105"/>
            <p:cNvSpPr/>
            <p:nvPr/>
          </p:nvSpPr>
          <p:spPr>
            <a:xfrm>
              <a:off x="10420083" y="3243179"/>
              <a:ext cx="1283183" cy="647825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1200" dirty="0" smtClean="0">
                  <a:solidFill>
                    <a:schemeClr val="tx1"/>
                  </a:solidFill>
                </a:rPr>
                <a:t>Subsequent Items</a:t>
              </a:r>
              <a:endParaRPr lang="en-AU" sz="2400" dirty="0">
                <a:solidFill>
                  <a:schemeClr val="tx1"/>
                </a:solidFill>
              </a:endParaRP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10491675" y="3273934"/>
              <a:ext cx="296159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AU" sz="900" b="1" dirty="0" smtClean="0">
                  <a:solidFill>
                    <a:schemeClr val="tx2"/>
                  </a:solidFill>
                </a:rPr>
                <a:t>#.</a:t>
              </a:r>
              <a:endParaRPr lang="en-AU" sz="900" b="1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136" name="Group 135"/>
          <p:cNvGrpSpPr/>
          <p:nvPr/>
        </p:nvGrpSpPr>
        <p:grpSpPr>
          <a:xfrm>
            <a:off x="10429048" y="4238245"/>
            <a:ext cx="1283183" cy="647825"/>
            <a:chOff x="10429048" y="4238245"/>
            <a:chExt cx="1283183" cy="647825"/>
          </a:xfrm>
        </p:grpSpPr>
        <p:sp>
          <p:nvSpPr>
            <p:cNvPr id="110" name="Rounded Rectangle 109"/>
            <p:cNvSpPr/>
            <p:nvPr/>
          </p:nvSpPr>
          <p:spPr>
            <a:xfrm>
              <a:off x="10429048" y="4238245"/>
              <a:ext cx="1283183" cy="647825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1200" dirty="0" smtClean="0">
                  <a:solidFill>
                    <a:schemeClr val="tx1"/>
                  </a:solidFill>
                </a:rPr>
                <a:t>Subsequent Items</a:t>
              </a:r>
              <a:endParaRPr lang="en-AU" sz="2400" dirty="0">
                <a:solidFill>
                  <a:schemeClr val="tx1"/>
                </a:solidFill>
              </a:endParaRPr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10491675" y="4263398"/>
              <a:ext cx="296159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AU" sz="900" b="1" dirty="0" smtClean="0">
                  <a:solidFill>
                    <a:schemeClr val="tx2"/>
                  </a:solidFill>
                </a:rPr>
                <a:t>#.</a:t>
              </a:r>
              <a:endParaRPr lang="en-AU" sz="900" b="1" dirty="0">
                <a:solidFill>
                  <a:schemeClr val="tx2"/>
                </a:solidFill>
              </a:endParaRPr>
            </a:p>
          </p:txBody>
        </p:sp>
      </p:grpSp>
      <p:sp>
        <p:nvSpPr>
          <p:cNvPr id="156" name="TextBox 155"/>
          <p:cNvSpPr txBox="1"/>
          <p:nvPr/>
        </p:nvSpPr>
        <p:spPr>
          <a:xfrm>
            <a:off x="383458" y="6012832"/>
            <a:ext cx="40899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b="1" u="sng" dirty="0" smtClean="0"/>
              <a:t>Guidelines:</a:t>
            </a:r>
          </a:p>
          <a:p>
            <a:r>
              <a:rPr lang="en-AU" sz="1000" dirty="0" smtClean="0"/>
              <a:t>Copy (Ctrl + C) and Paste (Ctrl + V) the arrows and the boxes to add more.</a:t>
            </a:r>
          </a:p>
          <a:p>
            <a:r>
              <a:rPr lang="en-AU" sz="1000" dirty="0" smtClean="0"/>
              <a:t>To increase the canvas size go to: Design &gt; Slide Size &gt; Custom Slide Size.</a:t>
            </a:r>
          </a:p>
          <a:p>
            <a:r>
              <a:rPr lang="en-AU" sz="1000" dirty="0" smtClean="0"/>
              <a:t>Add the number or unique identifier in the top left of the box.</a:t>
            </a:r>
            <a:endParaRPr lang="en-AU" sz="1000" dirty="0"/>
          </a:p>
        </p:txBody>
      </p:sp>
    </p:spTree>
    <p:extLst>
      <p:ext uri="{BB962C8B-B14F-4D97-AF65-F5344CB8AC3E}">
        <p14:creationId xmlns:p14="http://schemas.microsoft.com/office/powerpoint/2010/main" val="2828186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124</Words>
  <Application>Microsoft Office PowerPoint</Application>
  <PresentationFormat>Widescreen</PresentationFormat>
  <Paragraphs>47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McLachlan</dc:creator>
  <cp:lastModifiedBy>David McLachlan</cp:lastModifiedBy>
  <cp:revision>16</cp:revision>
  <dcterms:created xsi:type="dcterms:W3CDTF">2020-11-13T02:43:28Z</dcterms:created>
  <dcterms:modified xsi:type="dcterms:W3CDTF">2021-05-02T07:10:14Z</dcterms:modified>
</cp:coreProperties>
</file>